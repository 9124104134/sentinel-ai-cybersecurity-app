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20" autoAdjust="0"/>
    <p:restoredTop sz="94660"/>
  </p:normalViewPr>
  <p:slideViewPr>
    <p:cSldViewPr snapToGrid="0">
      <p:cViewPr varScale="1">
        <p:scale>
          <a:sx n="63" d="100"/>
          <a:sy n="63" d="100"/>
        </p:scale>
        <p:origin x="8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B8CFA8-B79F-46DF-B4B9-D2E1DE36A560}" type="doc">
      <dgm:prSet loTypeId="urn:microsoft.com/office/officeart/2005/8/layout/matrix1" loCatId="matrix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784B8492-2790-4607-AD0A-204172981C93}">
      <dgm:prSet phldrT="[Text]" phldr="0" custT="1"/>
      <dgm:spPr/>
      <dgm:t>
        <a:bodyPr/>
        <a:lstStyle/>
        <a:p>
          <a:r>
            <a:rPr lang="en-GB" sz="2800" dirty="0"/>
            <a:t>Features </a:t>
          </a:r>
          <a:endParaRPr lang="en-IN" sz="2800" dirty="0"/>
        </a:p>
      </dgm:t>
    </dgm:pt>
    <dgm:pt modelId="{F19D68EB-9662-49ED-8957-21DCC091B658}" type="parTrans" cxnId="{74988E0C-F7FF-4720-A0D8-533BAE3D14B2}">
      <dgm:prSet/>
      <dgm:spPr/>
      <dgm:t>
        <a:bodyPr/>
        <a:lstStyle/>
        <a:p>
          <a:endParaRPr lang="en-IN"/>
        </a:p>
      </dgm:t>
    </dgm:pt>
    <dgm:pt modelId="{472338DE-54A6-4596-BD21-89AD69402D36}" type="sibTrans" cxnId="{74988E0C-F7FF-4720-A0D8-533BAE3D14B2}">
      <dgm:prSet/>
      <dgm:spPr/>
      <dgm:t>
        <a:bodyPr/>
        <a:lstStyle/>
        <a:p>
          <a:endParaRPr lang="en-IN"/>
        </a:p>
      </dgm:t>
    </dgm:pt>
    <dgm:pt modelId="{DB983B9D-6AD2-40CC-A7D4-17BB84B2CC5A}">
      <dgm:prSet phldrT="[Text]" phldr="0" custT="1"/>
      <dgm:spPr/>
      <dgm:t>
        <a:bodyPr/>
        <a:lstStyle/>
        <a:p>
          <a:r>
            <a:rPr lang="en-GB" sz="2800" dirty="0"/>
            <a:t>Threat detection in</a:t>
          </a:r>
        </a:p>
        <a:p>
          <a:r>
            <a:rPr lang="en-IN" sz="2800" dirty="0"/>
            <a:t>Real time</a:t>
          </a:r>
        </a:p>
      </dgm:t>
    </dgm:pt>
    <dgm:pt modelId="{FC33BDC0-316F-4993-B89A-73073BA531DC}" type="parTrans" cxnId="{02531439-D917-4477-B7EF-482F854F2698}">
      <dgm:prSet/>
      <dgm:spPr/>
      <dgm:t>
        <a:bodyPr/>
        <a:lstStyle/>
        <a:p>
          <a:endParaRPr lang="en-IN"/>
        </a:p>
      </dgm:t>
    </dgm:pt>
    <dgm:pt modelId="{8F6992A3-B558-4319-8201-A834DD8E0FA4}" type="sibTrans" cxnId="{02531439-D917-4477-B7EF-482F854F2698}">
      <dgm:prSet/>
      <dgm:spPr/>
      <dgm:t>
        <a:bodyPr/>
        <a:lstStyle/>
        <a:p>
          <a:endParaRPr lang="en-IN"/>
        </a:p>
      </dgm:t>
    </dgm:pt>
    <dgm:pt modelId="{A56AF0F1-C45B-430A-8F0A-37B1F138E504}">
      <dgm:prSet phldrT="[Text]" phldr="0" custT="1"/>
      <dgm:spPr/>
      <dgm:t>
        <a:bodyPr/>
        <a:lstStyle/>
        <a:p>
          <a:r>
            <a:rPr lang="en-GB" sz="2800" dirty="0"/>
            <a:t>Secure password vault&amp;</a:t>
          </a:r>
        </a:p>
        <a:p>
          <a:r>
            <a:rPr lang="en-GB" sz="2800" dirty="0"/>
            <a:t>2FA manager</a:t>
          </a:r>
        </a:p>
      </dgm:t>
    </dgm:pt>
    <dgm:pt modelId="{EDD51AF7-2C2B-4F26-931F-AE02EF6DBFB2}" type="parTrans" cxnId="{CA17972E-82B7-45E1-B5BA-2EBC17079BEC}">
      <dgm:prSet/>
      <dgm:spPr/>
      <dgm:t>
        <a:bodyPr/>
        <a:lstStyle/>
        <a:p>
          <a:endParaRPr lang="en-IN"/>
        </a:p>
      </dgm:t>
    </dgm:pt>
    <dgm:pt modelId="{6089446B-8761-48E2-A82D-CA06196C7936}" type="sibTrans" cxnId="{CA17972E-82B7-45E1-B5BA-2EBC17079BEC}">
      <dgm:prSet/>
      <dgm:spPr/>
      <dgm:t>
        <a:bodyPr/>
        <a:lstStyle/>
        <a:p>
          <a:endParaRPr lang="en-IN"/>
        </a:p>
      </dgm:t>
    </dgm:pt>
    <dgm:pt modelId="{6A4A86AB-A0E3-4098-B277-F2C58BD8144B}">
      <dgm:prSet phldrT="[Text]" phldr="0" custT="1"/>
      <dgm:spPr/>
      <dgm:t>
        <a:bodyPr/>
        <a:lstStyle/>
        <a:p>
          <a:r>
            <a:rPr lang="en-GB" sz="2800" dirty="0"/>
            <a:t>Phishing/ Malware blocking</a:t>
          </a:r>
          <a:endParaRPr lang="en-IN" sz="2800" dirty="0"/>
        </a:p>
      </dgm:t>
    </dgm:pt>
    <dgm:pt modelId="{4AACF31C-B729-46E4-BC21-E331EFAF7028}" type="parTrans" cxnId="{3E1856D1-AB2F-4254-ACF3-D78E977995FA}">
      <dgm:prSet/>
      <dgm:spPr/>
      <dgm:t>
        <a:bodyPr/>
        <a:lstStyle/>
        <a:p>
          <a:endParaRPr lang="en-IN"/>
        </a:p>
      </dgm:t>
    </dgm:pt>
    <dgm:pt modelId="{DD8388F6-FBDD-4026-98F2-AF4024BFC70C}" type="sibTrans" cxnId="{3E1856D1-AB2F-4254-ACF3-D78E977995FA}">
      <dgm:prSet/>
      <dgm:spPr/>
      <dgm:t>
        <a:bodyPr/>
        <a:lstStyle/>
        <a:p>
          <a:endParaRPr lang="en-IN"/>
        </a:p>
      </dgm:t>
    </dgm:pt>
    <dgm:pt modelId="{40DD8C8B-BC05-4723-BCB2-F31CEAF2E3D0}">
      <dgm:prSet phldrT="[Text]" phldr="0" custT="1"/>
      <dgm:spPr/>
      <dgm:t>
        <a:bodyPr/>
        <a:lstStyle/>
        <a:p>
          <a:r>
            <a:rPr lang="en-GB" sz="2800" dirty="0"/>
            <a:t>Data leak alerts &amp; </a:t>
          </a:r>
        </a:p>
        <a:p>
          <a:r>
            <a:rPr lang="en-IN" sz="2800" dirty="0"/>
            <a:t>Auto patching</a:t>
          </a:r>
        </a:p>
      </dgm:t>
    </dgm:pt>
    <dgm:pt modelId="{A4FBD457-C93B-4B04-907E-B2959C36B55D}" type="parTrans" cxnId="{BD8AA562-80ED-47D3-B55E-3B51210AA6F5}">
      <dgm:prSet/>
      <dgm:spPr/>
      <dgm:t>
        <a:bodyPr/>
        <a:lstStyle/>
        <a:p>
          <a:endParaRPr lang="en-IN"/>
        </a:p>
      </dgm:t>
    </dgm:pt>
    <dgm:pt modelId="{CC239D3E-A8DE-4632-AD2D-C9E386381957}" type="sibTrans" cxnId="{BD8AA562-80ED-47D3-B55E-3B51210AA6F5}">
      <dgm:prSet/>
      <dgm:spPr/>
      <dgm:t>
        <a:bodyPr/>
        <a:lstStyle/>
        <a:p>
          <a:endParaRPr lang="en-IN"/>
        </a:p>
      </dgm:t>
    </dgm:pt>
    <dgm:pt modelId="{E3B6E10D-705F-42D5-80F1-8CFDEF9EFE04}" type="pres">
      <dgm:prSet presAssocID="{4EB8CFA8-B79F-46DF-B4B9-D2E1DE36A560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457192EC-D731-4A34-B6A4-C1367C3E3013}" type="pres">
      <dgm:prSet presAssocID="{4EB8CFA8-B79F-46DF-B4B9-D2E1DE36A560}" presName="matrix" presStyleCnt="0"/>
      <dgm:spPr/>
    </dgm:pt>
    <dgm:pt modelId="{586AE619-B290-4EE9-911A-386DF6C1D646}" type="pres">
      <dgm:prSet presAssocID="{4EB8CFA8-B79F-46DF-B4B9-D2E1DE36A560}" presName="tile1" presStyleLbl="node1" presStyleIdx="0" presStyleCnt="4"/>
      <dgm:spPr/>
    </dgm:pt>
    <dgm:pt modelId="{E4174C03-ABF6-4CAE-926F-83A3D77199DB}" type="pres">
      <dgm:prSet presAssocID="{4EB8CFA8-B79F-46DF-B4B9-D2E1DE36A560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832210F-13C4-4DEF-9E4E-9F52AEAD4E32}" type="pres">
      <dgm:prSet presAssocID="{4EB8CFA8-B79F-46DF-B4B9-D2E1DE36A560}" presName="tile2" presStyleLbl="node1" presStyleIdx="1" presStyleCnt="4"/>
      <dgm:spPr/>
    </dgm:pt>
    <dgm:pt modelId="{B4D94301-785D-4DCB-86C6-0CFB90372C1F}" type="pres">
      <dgm:prSet presAssocID="{4EB8CFA8-B79F-46DF-B4B9-D2E1DE36A560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EE673AA-03D7-4931-9A7A-B699529C0CD4}" type="pres">
      <dgm:prSet presAssocID="{4EB8CFA8-B79F-46DF-B4B9-D2E1DE36A560}" presName="tile3" presStyleLbl="node1" presStyleIdx="2" presStyleCnt="4"/>
      <dgm:spPr/>
    </dgm:pt>
    <dgm:pt modelId="{ABA0959E-8A53-4712-B0B3-275436648595}" type="pres">
      <dgm:prSet presAssocID="{4EB8CFA8-B79F-46DF-B4B9-D2E1DE36A560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C91D614-842F-4FA1-8653-1E018E1BC02F}" type="pres">
      <dgm:prSet presAssocID="{4EB8CFA8-B79F-46DF-B4B9-D2E1DE36A560}" presName="tile4" presStyleLbl="node1" presStyleIdx="3" presStyleCnt="4"/>
      <dgm:spPr/>
    </dgm:pt>
    <dgm:pt modelId="{FEDDA259-39E9-4AB9-8603-C09AC344C574}" type="pres">
      <dgm:prSet presAssocID="{4EB8CFA8-B79F-46DF-B4B9-D2E1DE36A560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24D592A7-9396-4FCA-B935-52FECC1ECE5B}" type="pres">
      <dgm:prSet presAssocID="{4EB8CFA8-B79F-46DF-B4B9-D2E1DE36A560}" presName="centerTile" presStyleLbl="fgShp" presStyleIdx="0" presStyleCnt="1">
        <dgm:presLayoutVars>
          <dgm:chMax val="0"/>
          <dgm:chPref val="0"/>
        </dgm:presLayoutVars>
      </dgm:prSet>
      <dgm:spPr/>
    </dgm:pt>
  </dgm:ptLst>
  <dgm:cxnLst>
    <dgm:cxn modelId="{74988E0C-F7FF-4720-A0D8-533BAE3D14B2}" srcId="{4EB8CFA8-B79F-46DF-B4B9-D2E1DE36A560}" destId="{784B8492-2790-4607-AD0A-204172981C93}" srcOrd="0" destOrd="0" parTransId="{F19D68EB-9662-49ED-8957-21DCC091B658}" sibTransId="{472338DE-54A6-4596-BD21-89AD69402D36}"/>
    <dgm:cxn modelId="{CA17972E-82B7-45E1-B5BA-2EBC17079BEC}" srcId="{784B8492-2790-4607-AD0A-204172981C93}" destId="{A56AF0F1-C45B-430A-8F0A-37B1F138E504}" srcOrd="1" destOrd="0" parTransId="{EDD51AF7-2C2B-4F26-931F-AE02EF6DBFB2}" sibTransId="{6089446B-8761-48E2-A82D-CA06196C7936}"/>
    <dgm:cxn modelId="{02531439-D917-4477-B7EF-482F854F2698}" srcId="{784B8492-2790-4607-AD0A-204172981C93}" destId="{DB983B9D-6AD2-40CC-A7D4-17BB84B2CC5A}" srcOrd="0" destOrd="0" parTransId="{FC33BDC0-316F-4993-B89A-73073BA531DC}" sibTransId="{8F6992A3-B558-4319-8201-A834DD8E0FA4}"/>
    <dgm:cxn modelId="{8F6D5542-40AD-4349-AD0F-A8A5AD1B763A}" type="presOf" srcId="{DB983B9D-6AD2-40CC-A7D4-17BB84B2CC5A}" destId="{586AE619-B290-4EE9-911A-386DF6C1D646}" srcOrd="0" destOrd="0" presId="urn:microsoft.com/office/officeart/2005/8/layout/matrix1"/>
    <dgm:cxn modelId="{BD8AA562-80ED-47D3-B55E-3B51210AA6F5}" srcId="{784B8492-2790-4607-AD0A-204172981C93}" destId="{40DD8C8B-BC05-4723-BCB2-F31CEAF2E3D0}" srcOrd="3" destOrd="0" parTransId="{A4FBD457-C93B-4B04-907E-B2959C36B55D}" sibTransId="{CC239D3E-A8DE-4632-AD2D-C9E386381957}"/>
    <dgm:cxn modelId="{71D1AB6B-B3FD-4547-838A-A0B0525B16AF}" type="presOf" srcId="{6A4A86AB-A0E3-4098-B277-F2C58BD8144B}" destId="{DEE673AA-03D7-4931-9A7A-B699529C0CD4}" srcOrd="0" destOrd="0" presId="urn:microsoft.com/office/officeart/2005/8/layout/matrix1"/>
    <dgm:cxn modelId="{2D8E5F91-348D-4FED-909E-37CBE63E42B4}" type="presOf" srcId="{6A4A86AB-A0E3-4098-B277-F2C58BD8144B}" destId="{ABA0959E-8A53-4712-B0B3-275436648595}" srcOrd="1" destOrd="0" presId="urn:microsoft.com/office/officeart/2005/8/layout/matrix1"/>
    <dgm:cxn modelId="{433AA398-8F1B-4957-9F30-F9AC1305CED9}" type="presOf" srcId="{DB983B9D-6AD2-40CC-A7D4-17BB84B2CC5A}" destId="{E4174C03-ABF6-4CAE-926F-83A3D77199DB}" srcOrd="1" destOrd="0" presId="urn:microsoft.com/office/officeart/2005/8/layout/matrix1"/>
    <dgm:cxn modelId="{0AB5BA9B-BB26-436D-9F6F-61EC20B52546}" type="presOf" srcId="{A56AF0F1-C45B-430A-8F0A-37B1F138E504}" destId="{B4D94301-785D-4DCB-86C6-0CFB90372C1F}" srcOrd="1" destOrd="0" presId="urn:microsoft.com/office/officeart/2005/8/layout/matrix1"/>
    <dgm:cxn modelId="{2C16F6AA-DB75-43FF-9840-01A0DFA7991C}" type="presOf" srcId="{784B8492-2790-4607-AD0A-204172981C93}" destId="{24D592A7-9396-4FCA-B935-52FECC1ECE5B}" srcOrd="0" destOrd="0" presId="urn:microsoft.com/office/officeart/2005/8/layout/matrix1"/>
    <dgm:cxn modelId="{3B4F1CBA-E6E1-4AAF-93E3-AE39200BDCEB}" type="presOf" srcId="{40DD8C8B-BC05-4723-BCB2-F31CEAF2E3D0}" destId="{FEDDA259-39E9-4AB9-8603-C09AC344C574}" srcOrd="1" destOrd="0" presId="urn:microsoft.com/office/officeart/2005/8/layout/matrix1"/>
    <dgm:cxn modelId="{7E72A5BF-A0F3-4725-849D-F83548D0EEA6}" type="presOf" srcId="{A56AF0F1-C45B-430A-8F0A-37B1F138E504}" destId="{2832210F-13C4-4DEF-9E4E-9F52AEAD4E32}" srcOrd="0" destOrd="0" presId="urn:microsoft.com/office/officeart/2005/8/layout/matrix1"/>
    <dgm:cxn modelId="{3E1856D1-AB2F-4254-ACF3-D78E977995FA}" srcId="{784B8492-2790-4607-AD0A-204172981C93}" destId="{6A4A86AB-A0E3-4098-B277-F2C58BD8144B}" srcOrd="2" destOrd="0" parTransId="{4AACF31C-B729-46E4-BC21-E331EFAF7028}" sibTransId="{DD8388F6-FBDD-4026-98F2-AF4024BFC70C}"/>
    <dgm:cxn modelId="{5ABB64D8-4566-435E-8BE1-45FB79BAF97A}" type="presOf" srcId="{4EB8CFA8-B79F-46DF-B4B9-D2E1DE36A560}" destId="{E3B6E10D-705F-42D5-80F1-8CFDEF9EFE04}" srcOrd="0" destOrd="0" presId="urn:microsoft.com/office/officeart/2005/8/layout/matrix1"/>
    <dgm:cxn modelId="{438C69F6-C64C-407C-9E33-7B420A951AB3}" type="presOf" srcId="{40DD8C8B-BC05-4723-BCB2-F31CEAF2E3D0}" destId="{BC91D614-842F-4FA1-8653-1E018E1BC02F}" srcOrd="0" destOrd="0" presId="urn:microsoft.com/office/officeart/2005/8/layout/matrix1"/>
    <dgm:cxn modelId="{BBEF98A5-6157-4716-BA3B-FF3B827F51D5}" type="presParOf" srcId="{E3B6E10D-705F-42D5-80F1-8CFDEF9EFE04}" destId="{457192EC-D731-4A34-B6A4-C1367C3E3013}" srcOrd="0" destOrd="0" presId="urn:microsoft.com/office/officeart/2005/8/layout/matrix1"/>
    <dgm:cxn modelId="{6F88EBB4-DE3E-4A99-928F-90ABC4A81ED8}" type="presParOf" srcId="{457192EC-D731-4A34-B6A4-C1367C3E3013}" destId="{586AE619-B290-4EE9-911A-386DF6C1D646}" srcOrd="0" destOrd="0" presId="urn:microsoft.com/office/officeart/2005/8/layout/matrix1"/>
    <dgm:cxn modelId="{F1B1B719-7314-4B57-BA7E-563815685B31}" type="presParOf" srcId="{457192EC-D731-4A34-B6A4-C1367C3E3013}" destId="{E4174C03-ABF6-4CAE-926F-83A3D77199DB}" srcOrd="1" destOrd="0" presId="urn:microsoft.com/office/officeart/2005/8/layout/matrix1"/>
    <dgm:cxn modelId="{7499BDB6-F074-4172-9F1E-39F9246ABB7B}" type="presParOf" srcId="{457192EC-D731-4A34-B6A4-C1367C3E3013}" destId="{2832210F-13C4-4DEF-9E4E-9F52AEAD4E32}" srcOrd="2" destOrd="0" presId="urn:microsoft.com/office/officeart/2005/8/layout/matrix1"/>
    <dgm:cxn modelId="{935CA24D-CFC8-440B-9BA2-6188FDCB987B}" type="presParOf" srcId="{457192EC-D731-4A34-B6A4-C1367C3E3013}" destId="{B4D94301-785D-4DCB-86C6-0CFB90372C1F}" srcOrd="3" destOrd="0" presId="urn:microsoft.com/office/officeart/2005/8/layout/matrix1"/>
    <dgm:cxn modelId="{B8B9F829-89F0-4CFA-8FA9-CC04BFB2CE97}" type="presParOf" srcId="{457192EC-D731-4A34-B6A4-C1367C3E3013}" destId="{DEE673AA-03D7-4931-9A7A-B699529C0CD4}" srcOrd="4" destOrd="0" presId="urn:microsoft.com/office/officeart/2005/8/layout/matrix1"/>
    <dgm:cxn modelId="{A2B33F37-9207-4840-8647-C081ACDC3FD7}" type="presParOf" srcId="{457192EC-D731-4A34-B6A4-C1367C3E3013}" destId="{ABA0959E-8A53-4712-B0B3-275436648595}" srcOrd="5" destOrd="0" presId="urn:microsoft.com/office/officeart/2005/8/layout/matrix1"/>
    <dgm:cxn modelId="{D29EBDA7-6802-490E-9C00-A3F70C6B3AC9}" type="presParOf" srcId="{457192EC-D731-4A34-B6A4-C1367C3E3013}" destId="{BC91D614-842F-4FA1-8653-1E018E1BC02F}" srcOrd="6" destOrd="0" presId="urn:microsoft.com/office/officeart/2005/8/layout/matrix1"/>
    <dgm:cxn modelId="{545003D1-1B44-4B9C-BAC2-262A56E0DA0B}" type="presParOf" srcId="{457192EC-D731-4A34-B6A4-C1367C3E3013}" destId="{FEDDA259-39E9-4AB9-8603-C09AC344C574}" srcOrd="7" destOrd="0" presId="urn:microsoft.com/office/officeart/2005/8/layout/matrix1"/>
    <dgm:cxn modelId="{5418BF66-8B5A-445E-9B5E-91663D3C4647}" type="presParOf" srcId="{E3B6E10D-705F-42D5-80F1-8CFDEF9EFE04}" destId="{24D592A7-9396-4FCA-B935-52FECC1ECE5B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655D6CF-2452-4875-B124-CC2B3D7985C6}" type="doc">
      <dgm:prSet loTypeId="urn:microsoft.com/office/officeart/2005/8/layout/rings+Icon" loCatId="relationship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A6B458CC-C607-4B8E-BC63-EE30072ADE3E}">
      <dgm:prSet phldrT="[Text]" phldr="0" custT="1"/>
      <dgm:spPr/>
      <dgm:t>
        <a:bodyPr/>
        <a:lstStyle/>
        <a:p>
          <a:r>
            <a:rPr lang="en-GB" sz="2000" dirty="0">
              <a:solidFill>
                <a:schemeClr val="bg1"/>
              </a:solidFill>
            </a:rPr>
            <a:t>AI/ML Models-&gt; anomaly detection &amp; behaviour analysis </a:t>
          </a:r>
          <a:endParaRPr lang="en-IN" sz="2000" dirty="0">
            <a:solidFill>
              <a:schemeClr val="bg1"/>
            </a:solidFill>
          </a:endParaRPr>
        </a:p>
      </dgm:t>
    </dgm:pt>
    <dgm:pt modelId="{3B734604-C7FD-4F73-BE4D-BD2260B6DA09}" type="parTrans" cxnId="{4CC0800D-27EE-46CE-81C5-B51DE27747C0}">
      <dgm:prSet/>
      <dgm:spPr/>
      <dgm:t>
        <a:bodyPr/>
        <a:lstStyle/>
        <a:p>
          <a:endParaRPr lang="en-IN" sz="2000"/>
        </a:p>
      </dgm:t>
    </dgm:pt>
    <dgm:pt modelId="{A1A86271-B28F-409D-B8CC-BAFF5A27E150}" type="sibTrans" cxnId="{4CC0800D-27EE-46CE-81C5-B51DE27747C0}">
      <dgm:prSet/>
      <dgm:spPr/>
      <dgm:t>
        <a:bodyPr/>
        <a:lstStyle/>
        <a:p>
          <a:endParaRPr lang="en-IN" sz="2000"/>
        </a:p>
      </dgm:t>
    </dgm:pt>
    <dgm:pt modelId="{2FF15228-011F-4414-8CE6-DFA70B355D6A}">
      <dgm:prSet phldrT="[Text]" phldr="0" custT="1"/>
      <dgm:spPr/>
      <dgm:t>
        <a:bodyPr/>
        <a:lstStyle/>
        <a:p>
          <a:r>
            <a:rPr lang="en-GB" sz="2000" dirty="0">
              <a:solidFill>
                <a:schemeClr val="bg1"/>
              </a:solidFill>
            </a:rPr>
            <a:t>Continuous learning from threat database</a:t>
          </a:r>
          <a:endParaRPr lang="en-IN" sz="2000" dirty="0">
            <a:solidFill>
              <a:schemeClr val="bg1"/>
            </a:solidFill>
          </a:endParaRPr>
        </a:p>
      </dgm:t>
    </dgm:pt>
    <dgm:pt modelId="{F9D520B3-3516-4E5D-B2D4-7660ED463DB2}" type="parTrans" cxnId="{4343D793-FCAE-47D0-8E70-5D625E327992}">
      <dgm:prSet/>
      <dgm:spPr/>
      <dgm:t>
        <a:bodyPr/>
        <a:lstStyle/>
        <a:p>
          <a:endParaRPr lang="en-IN" sz="2000"/>
        </a:p>
      </dgm:t>
    </dgm:pt>
    <dgm:pt modelId="{C566CAEF-8AB7-49A2-89A1-2862F8D59BB8}" type="sibTrans" cxnId="{4343D793-FCAE-47D0-8E70-5D625E327992}">
      <dgm:prSet/>
      <dgm:spPr/>
      <dgm:t>
        <a:bodyPr/>
        <a:lstStyle/>
        <a:p>
          <a:endParaRPr lang="en-IN" sz="2000"/>
        </a:p>
      </dgm:t>
    </dgm:pt>
    <dgm:pt modelId="{32512CD9-423C-4738-892B-FC1F476FEBFC}">
      <dgm:prSet phldrT="[Text]" phldr="0" custT="1"/>
      <dgm:spPr/>
      <dgm:t>
        <a:bodyPr/>
        <a:lstStyle/>
        <a:p>
          <a:r>
            <a:rPr lang="en-GB" sz="2000" dirty="0">
              <a:solidFill>
                <a:schemeClr val="bg1"/>
              </a:solidFill>
            </a:rPr>
            <a:t>Auto Remediation workflows </a:t>
          </a:r>
          <a:endParaRPr lang="en-IN" sz="2000" dirty="0">
            <a:solidFill>
              <a:schemeClr val="bg1"/>
            </a:solidFill>
          </a:endParaRPr>
        </a:p>
      </dgm:t>
    </dgm:pt>
    <dgm:pt modelId="{171E0595-A630-4930-AF9D-C662849D8C76}" type="parTrans" cxnId="{0C3AB093-14F4-453C-8830-A469E86AEA73}">
      <dgm:prSet/>
      <dgm:spPr/>
      <dgm:t>
        <a:bodyPr/>
        <a:lstStyle/>
        <a:p>
          <a:endParaRPr lang="en-IN" sz="2000"/>
        </a:p>
      </dgm:t>
    </dgm:pt>
    <dgm:pt modelId="{308850A4-FD07-488C-B974-CB91A73063BD}" type="sibTrans" cxnId="{0C3AB093-14F4-453C-8830-A469E86AEA73}">
      <dgm:prSet/>
      <dgm:spPr/>
      <dgm:t>
        <a:bodyPr/>
        <a:lstStyle/>
        <a:p>
          <a:endParaRPr lang="en-IN" sz="2000"/>
        </a:p>
      </dgm:t>
    </dgm:pt>
    <dgm:pt modelId="{C5D34DAD-A8E8-4344-86B7-D8611FD306FB}" type="pres">
      <dgm:prSet presAssocID="{B655D6CF-2452-4875-B124-CC2B3D7985C6}" presName="Name0" presStyleCnt="0">
        <dgm:presLayoutVars>
          <dgm:chMax val="7"/>
          <dgm:dir/>
          <dgm:resizeHandles val="exact"/>
        </dgm:presLayoutVars>
      </dgm:prSet>
      <dgm:spPr/>
    </dgm:pt>
    <dgm:pt modelId="{A3BCB97C-4B00-403D-AF01-5791DD1D4F10}" type="pres">
      <dgm:prSet presAssocID="{B655D6CF-2452-4875-B124-CC2B3D7985C6}" presName="ellipse1" presStyleLbl="vennNode1" presStyleIdx="0" presStyleCnt="3">
        <dgm:presLayoutVars>
          <dgm:bulletEnabled val="1"/>
        </dgm:presLayoutVars>
      </dgm:prSet>
      <dgm:spPr/>
    </dgm:pt>
    <dgm:pt modelId="{D0B92CF1-6460-4784-B337-E269752F5A2C}" type="pres">
      <dgm:prSet presAssocID="{B655D6CF-2452-4875-B124-CC2B3D7985C6}" presName="ellipse2" presStyleLbl="vennNode1" presStyleIdx="1" presStyleCnt="3">
        <dgm:presLayoutVars>
          <dgm:bulletEnabled val="1"/>
        </dgm:presLayoutVars>
      </dgm:prSet>
      <dgm:spPr/>
    </dgm:pt>
    <dgm:pt modelId="{EEA158C0-CC5F-458B-B622-EC448375F903}" type="pres">
      <dgm:prSet presAssocID="{B655D6CF-2452-4875-B124-CC2B3D7985C6}" presName="ellipse3" presStyleLbl="vennNode1" presStyleIdx="2" presStyleCnt="3">
        <dgm:presLayoutVars>
          <dgm:bulletEnabled val="1"/>
        </dgm:presLayoutVars>
      </dgm:prSet>
      <dgm:spPr/>
    </dgm:pt>
  </dgm:ptLst>
  <dgm:cxnLst>
    <dgm:cxn modelId="{4CC0800D-27EE-46CE-81C5-B51DE27747C0}" srcId="{B655D6CF-2452-4875-B124-CC2B3D7985C6}" destId="{A6B458CC-C607-4B8E-BC63-EE30072ADE3E}" srcOrd="0" destOrd="0" parTransId="{3B734604-C7FD-4F73-BE4D-BD2260B6DA09}" sibTransId="{A1A86271-B28F-409D-B8CC-BAFF5A27E150}"/>
    <dgm:cxn modelId="{7F4C421E-9BB7-40B0-8094-78758BE9A03E}" type="presOf" srcId="{32512CD9-423C-4738-892B-FC1F476FEBFC}" destId="{EEA158C0-CC5F-458B-B622-EC448375F903}" srcOrd="0" destOrd="0" presId="urn:microsoft.com/office/officeart/2005/8/layout/rings+Icon"/>
    <dgm:cxn modelId="{37EE2A51-3A14-4A5E-B3FB-E008341935C7}" type="presOf" srcId="{2FF15228-011F-4414-8CE6-DFA70B355D6A}" destId="{D0B92CF1-6460-4784-B337-E269752F5A2C}" srcOrd="0" destOrd="0" presId="urn:microsoft.com/office/officeart/2005/8/layout/rings+Icon"/>
    <dgm:cxn modelId="{EC6A207A-985F-4E6A-9A71-14A6D5FA26E8}" type="presOf" srcId="{A6B458CC-C607-4B8E-BC63-EE30072ADE3E}" destId="{A3BCB97C-4B00-403D-AF01-5791DD1D4F10}" srcOrd="0" destOrd="0" presId="urn:microsoft.com/office/officeart/2005/8/layout/rings+Icon"/>
    <dgm:cxn modelId="{0C3AB093-14F4-453C-8830-A469E86AEA73}" srcId="{B655D6CF-2452-4875-B124-CC2B3D7985C6}" destId="{32512CD9-423C-4738-892B-FC1F476FEBFC}" srcOrd="2" destOrd="0" parTransId="{171E0595-A630-4930-AF9D-C662849D8C76}" sibTransId="{308850A4-FD07-488C-B974-CB91A73063BD}"/>
    <dgm:cxn modelId="{4343D793-FCAE-47D0-8E70-5D625E327992}" srcId="{B655D6CF-2452-4875-B124-CC2B3D7985C6}" destId="{2FF15228-011F-4414-8CE6-DFA70B355D6A}" srcOrd="1" destOrd="0" parTransId="{F9D520B3-3516-4E5D-B2D4-7660ED463DB2}" sibTransId="{C566CAEF-8AB7-49A2-89A1-2862F8D59BB8}"/>
    <dgm:cxn modelId="{72F0E6C2-EBC8-49D6-8097-E59778199309}" type="presOf" srcId="{B655D6CF-2452-4875-B124-CC2B3D7985C6}" destId="{C5D34DAD-A8E8-4344-86B7-D8611FD306FB}" srcOrd="0" destOrd="0" presId="urn:microsoft.com/office/officeart/2005/8/layout/rings+Icon"/>
    <dgm:cxn modelId="{4E96D657-B325-495F-A6CF-C73BBCEDDA6D}" type="presParOf" srcId="{C5D34DAD-A8E8-4344-86B7-D8611FD306FB}" destId="{A3BCB97C-4B00-403D-AF01-5791DD1D4F10}" srcOrd="0" destOrd="0" presId="urn:microsoft.com/office/officeart/2005/8/layout/rings+Icon"/>
    <dgm:cxn modelId="{54421CAE-EFA0-40C3-AC0F-09F379F41F38}" type="presParOf" srcId="{C5D34DAD-A8E8-4344-86B7-D8611FD306FB}" destId="{D0B92CF1-6460-4784-B337-E269752F5A2C}" srcOrd="1" destOrd="0" presId="urn:microsoft.com/office/officeart/2005/8/layout/rings+Icon"/>
    <dgm:cxn modelId="{98F944D1-3837-4563-AF33-3F2BD52841B4}" type="presParOf" srcId="{C5D34DAD-A8E8-4344-86B7-D8611FD306FB}" destId="{EEA158C0-CC5F-458B-B622-EC448375F903}" srcOrd="2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F156ED9-4DBA-4C20-A2C0-07624B4A672C}" type="doc">
      <dgm:prSet loTypeId="urn:microsoft.com/office/officeart/2005/8/layout/StepDown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CF52A9C9-D599-4A1E-AC99-303A6B0652EC}">
      <dgm:prSet phldrT="[Text]" phldr="0" custT="1"/>
      <dgm:spPr/>
      <dgm:t>
        <a:bodyPr/>
        <a:lstStyle/>
        <a:p>
          <a:r>
            <a:rPr lang="en-GB" sz="1800" dirty="0"/>
            <a:t>User Interaction</a:t>
          </a:r>
          <a:endParaRPr lang="en-IN" sz="1800" dirty="0"/>
        </a:p>
      </dgm:t>
    </dgm:pt>
    <dgm:pt modelId="{B3597E95-6C68-4BA7-A5A9-19EF433C57D0}" type="parTrans" cxnId="{EDF9BCDA-E162-44E8-B281-D8487391AD10}">
      <dgm:prSet/>
      <dgm:spPr/>
      <dgm:t>
        <a:bodyPr/>
        <a:lstStyle/>
        <a:p>
          <a:endParaRPr lang="en-IN"/>
        </a:p>
      </dgm:t>
    </dgm:pt>
    <dgm:pt modelId="{DE555162-FDFB-48E5-AC98-B28FC0D6E703}" type="sibTrans" cxnId="{EDF9BCDA-E162-44E8-B281-D8487391AD10}">
      <dgm:prSet/>
      <dgm:spPr/>
      <dgm:t>
        <a:bodyPr/>
        <a:lstStyle/>
        <a:p>
          <a:endParaRPr lang="en-IN"/>
        </a:p>
      </dgm:t>
    </dgm:pt>
    <dgm:pt modelId="{8B5DD5D9-AD52-49F2-85EE-D6A210AB06C5}">
      <dgm:prSet phldrT="[Text]" phldr="0" custT="1"/>
      <dgm:spPr/>
      <dgm:t>
        <a:bodyPr/>
        <a:lstStyle/>
        <a:p>
          <a:r>
            <a:rPr lang="en-GB" sz="1800" dirty="0"/>
            <a:t>Data Collection&amp; Analysis</a:t>
          </a:r>
          <a:endParaRPr lang="en-IN" sz="1800" dirty="0"/>
        </a:p>
      </dgm:t>
    </dgm:pt>
    <dgm:pt modelId="{EACE6F60-3D5A-4174-96E7-7E490A0CDA88}" type="parTrans" cxnId="{13B21945-E5D3-4C7E-BDDE-FB7B743B7824}">
      <dgm:prSet/>
      <dgm:spPr/>
      <dgm:t>
        <a:bodyPr/>
        <a:lstStyle/>
        <a:p>
          <a:endParaRPr lang="en-IN"/>
        </a:p>
      </dgm:t>
    </dgm:pt>
    <dgm:pt modelId="{E70FF88A-CBF7-45EC-A077-BB7F99A9BA41}" type="sibTrans" cxnId="{13B21945-E5D3-4C7E-BDDE-FB7B743B7824}">
      <dgm:prSet/>
      <dgm:spPr/>
      <dgm:t>
        <a:bodyPr/>
        <a:lstStyle/>
        <a:p>
          <a:endParaRPr lang="en-IN"/>
        </a:p>
      </dgm:t>
    </dgm:pt>
    <dgm:pt modelId="{ABF98ED2-8D8A-48EF-8225-BFE888AC176B}">
      <dgm:prSet phldrT="[Text]" phldr="0" custT="1"/>
      <dgm:spPr/>
      <dgm:t>
        <a:bodyPr/>
        <a:lstStyle/>
        <a:p>
          <a:r>
            <a:rPr lang="en-GB" sz="1800" dirty="0"/>
            <a:t>Threat Prediction &amp; Detection</a:t>
          </a:r>
          <a:endParaRPr lang="en-IN" sz="1800" dirty="0"/>
        </a:p>
      </dgm:t>
    </dgm:pt>
    <dgm:pt modelId="{E6D79DA5-B116-4744-B464-1A872ED021AA}" type="parTrans" cxnId="{08E062AA-5AA5-4D89-80C0-5D658BB55216}">
      <dgm:prSet/>
      <dgm:spPr/>
      <dgm:t>
        <a:bodyPr/>
        <a:lstStyle/>
        <a:p>
          <a:endParaRPr lang="en-IN"/>
        </a:p>
      </dgm:t>
    </dgm:pt>
    <dgm:pt modelId="{E2BEC9E4-51B6-42BE-BFEE-B95BAC2DC12D}" type="sibTrans" cxnId="{08E062AA-5AA5-4D89-80C0-5D658BB55216}">
      <dgm:prSet/>
      <dgm:spPr/>
      <dgm:t>
        <a:bodyPr/>
        <a:lstStyle/>
        <a:p>
          <a:endParaRPr lang="en-IN"/>
        </a:p>
      </dgm:t>
    </dgm:pt>
    <dgm:pt modelId="{35AAFB92-A5B7-47E8-A660-73F760960DA6}">
      <dgm:prSet custT="1"/>
      <dgm:spPr/>
      <dgm:t>
        <a:bodyPr/>
        <a:lstStyle/>
        <a:p>
          <a:r>
            <a:rPr lang="en-GB" sz="1800" dirty="0"/>
            <a:t>Automated Response</a:t>
          </a:r>
          <a:endParaRPr lang="en-IN" sz="1800" dirty="0"/>
        </a:p>
      </dgm:t>
    </dgm:pt>
    <dgm:pt modelId="{F73D5826-7C0C-4D7C-B134-821DE3BFEFF6}" type="parTrans" cxnId="{F28AFA8B-406D-4720-B21D-5C2AC1C6665B}">
      <dgm:prSet/>
      <dgm:spPr/>
      <dgm:t>
        <a:bodyPr/>
        <a:lstStyle/>
        <a:p>
          <a:endParaRPr lang="en-IN"/>
        </a:p>
      </dgm:t>
    </dgm:pt>
    <dgm:pt modelId="{2E0B7486-D568-4CD3-9803-64F50534E9A1}" type="sibTrans" cxnId="{F28AFA8B-406D-4720-B21D-5C2AC1C6665B}">
      <dgm:prSet/>
      <dgm:spPr/>
      <dgm:t>
        <a:bodyPr/>
        <a:lstStyle/>
        <a:p>
          <a:endParaRPr lang="en-IN"/>
        </a:p>
      </dgm:t>
    </dgm:pt>
    <dgm:pt modelId="{AEE4FC79-CB25-47EC-9842-37877DC121D2}">
      <dgm:prSet custT="1"/>
      <dgm:spPr/>
      <dgm:t>
        <a:bodyPr/>
        <a:lstStyle/>
        <a:p>
          <a:r>
            <a:rPr lang="en-GB" sz="1800" dirty="0"/>
            <a:t>Continuous Learning</a:t>
          </a:r>
          <a:endParaRPr lang="en-IN" sz="1800" dirty="0"/>
        </a:p>
      </dgm:t>
    </dgm:pt>
    <dgm:pt modelId="{3601DF5B-BE83-4BAB-B3C3-56CA91AD1786}" type="parTrans" cxnId="{32ED3F87-954B-448F-9AAD-C7130F516591}">
      <dgm:prSet/>
      <dgm:spPr/>
      <dgm:t>
        <a:bodyPr/>
        <a:lstStyle/>
        <a:p>
          <a:endParaRPr lang="en-IN"/>
        </a:p>
      </dgm:t>
    </dgm:pt>
    <dgm:pt modelId="{D4DF0A54-EB6F-45F7-9CE9-1D55EB3E7E30}" type="sibTrans" cxnId="{32ED3F87-954B-448F-9AAD-C7130F516591}">
      <dgm:prSet/>
      <dgm:spPr/>
      <dgm:t>
        <a:bodyPr/>
        <a:lstStyle/>
        <a:p>
          <a:endParaRPr lang="en-IN"/>
        </a:p>
      </dgm:t>
    </dgm:pt>
    <dgm:pt modelId="{4E23F825-E76A-40A4-BA22-C1425A639D09}">
      <dgm:prSet custT="1"/>
      <dgm:spPr/>
      <dgm:t>
        <a:bodyPr/>
        <a:lstStyle/>
        <a:p>
          <a:r>
            <a:rPr lang="en-GB" sz="1800" dirty="0"/>
            <a:t>Protection &amp; </a:t>
          </a:r>
        </a:p>
        <a:p>
          <a:r>
            <a:rPr lang="en-IN" sz="1800" dirty="0"/>
            <a:t>Reporting</a:t>
          </a:r>
        </a:p>
      </dgm:t>
    </dgm:pt>
    <dgm:pt modelId="{49FC8B88-B785-4D94-BE95-08DBE8090837}" type="parTrans" cxnId="{F7BE77BB-5603-4795-8315-26C108F53C64}">
      <dgm:prSet/>
      <dgm:spPr/>
      <dgm:t>
        <a:bodyPr/>
        <a:lstStyle/>
        <a:p>
          <a:endParaRPr lang="en-IN"/>
        </a:p>
      </dgm:t>
    </dgm:pt>
    <dgm:pt modelId="{F1B31FF8-5F22-4B8E-93C0-F390FB240F51}" type="sibTrans" cxnId="{F7BE77BB-5603-4795-8315-26C108F53C64}">
      <dgm:prSet/>
      <dgm:spPr/>
      <dgm:t>
        <a:bodyPr/>
        <a:lstStyle/>
        <a:p>
          <a:endParaRPr lang="en-IN"/>
        </a:p>
      </dgm:t>
    </dgm:pt>
    <dgm:pt modelId="{CA0AC2F1-2D0C-42C2-8DD9-1E32A3E8E883}" type="pres">
      <dgm:prSet presAssocID="{7F156ED9-4DBA-4C20-A2C0-07624B4A672C}" presName="rootnode" presStyleCnt="0">
        <dgm:presLayoutVars>
          <dgm:chMax/>
          <dgm:chPref/>
          <dgm:dir/>
          <dgm:animLvl val="lvl"/>
        </dgm:presLayoutVars>
      </dgm:prSet>
      <dgm:spPr/>
    </dgm:pt>
    <dgm:pt modelId="{13DAF8E2-C988-485E-8EE3-4BE9002ABB1C}" type="pres">
      <dgm:prSet presAssocID="{CF52A9C9-D599-4A1E-AC99-303A6B0652EC}" presName="composite" presStyleCnt="0"/>
      <dgm:spPr/>
    </dgm:pt>
    <dgm:pt modelId="{A0A27515-0C5E-42F0-9AD3-560482830B90}" type="pres">
      <dgm:prSet presAssocID="{CF52A9C9-D599-4A1E-AC99-303A6B0652EC}" presName="bentUpArrow1" presStyleLbl="alignImgPlace1" presStyleIdx="0" presStyleCnt="5"/>
      <dgm:spPr/>
    </dgm:pt>
    <dgm:pt modelId="{6D62E7A4-5C1E-4C24-8FDB-FB35B0849408}" type="pres">
      <dgm:prSet presAssocID="{CF52A9C9-D599-4A1E-AC99-303A6B0652EC}" presName="ParentText" presStyleLbl="node1" presStyleIdx="0" presStyleCnt="6" custScaleX="281085" custScaleY="106312">
        <dgm:presLayoutVars>
          <dgm:chMax val="1"/>
          <dgm:chPref val="1"/>
          <dgm:bulletEnabled val="1"/>
        </dgm:presLayoutVars>
      </dgm:prSet>
      <dgm:spPr/>
    </dgm:pt>
    <dgm:pt modelId="{20705FD4-DB97-4A36-8EE1-0CD14EAD1964}" type="pres">
      <dgm:prSet presAssocID="{CF52A9C9-D599-4A1E-AC99-303A6B0652EC}" presName="ChildText" presStyleLbl="revTx" presStyleIdx="0" presStyleCnt="5" custScaleX="151611" custScaleY="34726">
        <dgm:presLayoutVars>
          <dgm:chMax val="0"/>
          <dgm:chPref val="0"/>
          <dgm:bulletEnabled val="1"/>
        </dgm:presLayoutVars>
      </dgm:prSet>
      <dgm:spPr/>
    </dgm:pt>
    <dgm:pt modelId="{3F29799A-6D04-4920-8488-5B79335C397F}" type="pres">
      <dgm:prSet presAssocID="{DE555162-FDFB-48E5-AC98-B28FC0D6E703}" presName="sibTrans" presStyleCnt="0"/>
      <dgm:spPr/>
    </dgm:pt>
    <dgm:pt modelId="{CD7132CA-E20B-42A5-B833-84E3248CF28E}" type="pres">
      <dgm:prSet presAssocID="{8B5DD5D9-AD52-49F2-85EE-D6A210AB06C5}" presName="composite" presStyleCnt="0"/>
      <dgm:spPr/>
    </dgm:pt>
    <dgm:pt modelId="{BF1C8E95-D59C-4844-BD42-0692B5F84C09}" type="pres">
      <dgm:prSet presAssocID="{8B5DD5D9-AD52-49F2-85EE-D6A210AB06C5}" presName="bentUpArrow1" presStyleLbl="alignImgPlace1" presStyleIdx="1" presStyleCnt="5"/>
      <dgm:spPr/>
    </dgm:pt>
    <dgm:pt modelId="{777B02AC-536A-400D-9FB2-8D682F50DED2}" type="pres">
      <dgm:prSet presAssocID="{8B5DD5D9-AD52-49F2-85EE-D6A210AB06C5}" presName="ParentText" presStyleLbl="node1" presStyleIdx="1" presStyleCnt="6" custScaleX="261695">
        <dgm:presLayoutVars>
          <dgm:chMax val="1"/>
          <dgm:chPref val="1"/>
          <dgm:bulletEnabled val="1"/>
        </dgm:presLayoutVars>
      </dgm:prSet>
      <dgm:spPr/>
    </dgm:pt>
    <dgm:pt modelId="{CAE58820-4311-4101-8F7D-9C0F940F4D3C}" type="pres">
      <dgm:prSet presAssocID="{8B5DD5D9-AD52-49F2-85EE-D6A210AB06C5}" presName="ChildText" presStyleLbl="revTx" presStyleIdx="1" presStyleCnt="5" custScaleX="40723" custScaleY="7968">
        <dgm:presLayoutVars>
          <dgm:chMax val="0"/>
          <dgm:chPref val="0"/>
          <dgm:bulletEnabled val="1"/>
        </dgm:presLayoutVars>
      </dgm:prSet>
      <dgm:spPr/>
    </dgm:pt>
    <dgm:pt modelId="{090182D0-8A27-49F7-B2D0-A2F0C365B2DA}" type="pres">
      <dgm:prSet presAssocID="{E70FF88A-CBF7-45EC-A077-BB7F99A9BA41}" presName="sibTrans" presStyleCnt="0"/>
      <dgm:spPr/>
    </dgm:pt>
    <dgm:pt modelId="{F60387BF-F74E-4561-BB16-CF30FB944202}" type="pres">
      <dgm:prSet presAssocID="{ABF98ED2-8D8A-48EF-8225-BFE888AC176B}" presName="composite" presStyleCnt="0"/>
      <dgm:spPr/>
    </dgm:pt>
    <dgm:pt modelId="{0ECF8CE9-F14B-46AE-A9D2-695451B6666A}" type="pres">
      <dgm:prSet presAssocID="{ABF98ED2-8D8A-48EF-8225-BFE888AC176B}" presName="bentUpArrow1" presStyleLbl="alignImgPlace1" presStyleIdx="2" presStyleCnt="5"/>
      <dgm:spPr/>
    </dgm:pt>
    <dgm:pt modelId="{F6A065D2-00A4-4ABA-B36B-0E1E1A148E7E}" type="pres">
      <dgm:prSet presAssocID="{ABF98ED2-8D8A-48EF-8225-BFE888AC176B}" presName="ParentText" presStyleLbl="node1" presStyleIdx="2" presStyleCnt="6" custScaleX="271291">
        <dgm:presLayoutVars>
          <dgm:chMax val="1"/>
          <dgm:chPref val="1"/>
          <dgm:bulletEnabled val="1"/>
        </dgm:presLayoutVars>
      </dgm:prSet>
      <dgm:spPr/>
    </dgm:pt>
    <dgm:pt modelId="{673BE2D1-394A-40D3-9F51-22863D3F4A8F}" type="pres">
      <dgm:prSet presAssocID="{ABF98ED2-8D8A-48EF-8225-BFE888AC176B}" presName="ChildText" presStyleLbl="revTx" presStyleIdx="2" presStyleCnt="5" custScaleX="28827" custScaleY="22056">
        <dgm:presLayoutVars>
          <dgm:chMax val="0"/>
          <dgm:chPref val="0"/>
          <dgm:bulletEnabled val="1"/>
        </dgm:presLayoutVars>
      </dgm:prSet>
      <dgm:spPr/>
    </dgm:pt>
    <dgm:pt modelId="{E03ACB19-8308-44EB-98B4-201990189A99}" type="pres">
      <dgm:prSet presAssocID="{E2BEC9E4-51B6-42BE-BFEE-B95BAC2DC12D}" presName="sibTrans" presStyleCnt="0"/>
      <dgm:spPr/>
    </dgm:pt>
    <dgm:pt modelId="{33362A5F-1052-447C-917A-15D12E8148A2}" type="pres">
      <dgm:prSet presAssocID="{35AAFB92-A5B7-47E8-A660-73F760960DA6}" presName="composite" presStyleCnt="0"/>
      <dgm:spPr/>
    </dgm:pt>
    <dgm:pt modelId="{575F2548-B8C3-4729-B290-4AEB7598D898}" type="pres">
      <dgm:prSet presAssocID="{35AAFB92-A5B7-47E8-A660-73F760960DA6}" presName="bentUpArrow1" presStyleLbl="alignImgPlace1" presStyleIdx="3" presStyleCnt="5"/>
      <dgm:spPr/>
    </dgm:pt>
    <dgm:pt modelId="{9C424B6A-5C70-4938-AE59-75E7041C7CE9}" type="pres">
      <dgm:prSet presAssocID="{35AAFB92-A5B7-47E8-A660-73F760960DA6}" presName="ParentText" presStyleLbl="node1" presStyleIdx="3" presStyleCnt="6" custScaleX="250264">
        <dgm:presLayoutVars>
          <dgm:chMax val="1"/>
          <dgm:chPref val="1"/>
          <dgm:bulletEnabled val="1"/>
        </dgm:presLayoutVars>
      </dgm:prSet>
      <dgm:spPr/>
    </dgm:pt>
    <dgm:pt modelId="{F15C97DF-D032-440E-82EC-CBAF682931BA}" type="pres">
      <dgm:prSet presAssocID="{35AAFB92-A5B7-47E8-A660-73F760960DA6}" presName="ChildText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63FDC7BF-4904-4FF8-BF90-1A348387C6D6}" type="pres">
      <dgm:prSet presAssocID="{2E0B7486-D568-4CD3-9803-64F50534E9A1}" presName="sibTrans" presStyleCnt="0"/>
      <dgm:spPr/>
    </dgm:pt>
    <dgm:pt modelId="{01A45B8F-4BD4-4EF5-8CDC-949EBD0376CC}" type="pres">
      <dgm:prSet presAssocID="{AEE4FC79-CB25-47EC-9842-37877DC121D2}" presName="composite" presStyleCnt="0"/>
      <dgm:spPr/>
    </dgm:pt>
    <dgm:pt modelId="{3FD0E039-762C-440B-8AD4-FBE6BDE8D568}" type="pres">
      <dgm:prSet presAssocID="{AEE4FC79-CB25-47EC-9842-37877DC121D2}" presName="bentUpArrow1" presStyleLbl="alignImgPlace1" presStyleIdx="4" presStyleCnt="5"/>
      <dgm:spPr/>
    </dgm:pt>
    <dgm:pt modelId="{72D2DD69-8C42-4FB8-B6A8-57A745117A2E}" type="pres">
      <dgm:prSet presAssocID="{AEE4FC79-CB25-47EC-9842-37877DC121D2}" presName="ParentText" presStyleLbl="node1" presStyleIdx="4" presStyleCnt="6" custScaleX="229237" custLinFactNeighborX="957">
        <dgm:presLayoutVars>
          <dgm:chMax val="1"/>
          <dgm:chPref val="1"/>
          <dgm:bulletEnabled val="1"/>
        </dgm:presLayoutVars>
      </dgm:prSet>
      <dgm:spPr/>
    </dgm:pt>
    <dgm:pt modelId="{1EAA4EDA-B013-41D6-9847-8478F395F848}" type="pres">
      <dgm:prSet presAssocID="{AEE4FC79-CB25-47EC-9842-37877DC121D2}" presName="ChildText" presStyleLbl="revTx" presStyleIdx="4" presStyleCnt="5">
        <dgm:presLayoutVars>
          <dgm:chMax val="0"/>
          <dgm:chPref val="0"/>
          <dgm:bulletEnabled val="1"/>
        </dgm:presLayoutVars>
      </dgm:prSet>
      <dgm:spPr/>
    </dgm:pt>
    <dgm:pt modelId="{0692FCF8-6DAD-41B1-8AA7-125905EC9D69}" type="pres">
      <dgm:prSet presAssocID="{D4DF0A54-EB6F-45F7-9CE9-1D55EB3E7E30}" presName="sibTrans" presStyleCnt="0"/>
      <dgm:spPr/>
    </dgm:pt>
    <dgm:pt modelId="{400248BA-59CD-4131-B0AA-8512AC61349B}" type="pres">
      <dgm:prSet presAssocID="{4E23F825-E76A-40A4-BA22-C1425A639D09}" presName="composite" presStyleCnt="0"/>
      <dgm:spPr/>
    </dgm:pt>
    <dgm:pt modelId="{43B47680-E57F-49A7-A22D-0A61E8AB36B6}" type="pres">
      <dgm:prSet presAssocID="{4E23F825-E76A-40A4-BA22-C1425A639D09}" presName="ParentText" presStyleLbl="node1" presStyleIdx="5" presStyleCnt="6" custScaleX="282145">
        <dgm:presLayoutVars>
          <dgm:chMax val="1"/>
          <dgm:chPref val="1"/>
          <dgm:bulletEnabled val="1"/>
        </dgm:presLayoutVars>
      </dgm:prSet>
      <dgm:spPr/>
    </dgm:pt>
  </dgm:ptLst>
  <dgm:cxnLst>
    <dgm:cxn modelId="{325F540D-0FD3-4D34-A45D-FF7E5E31457D}" type="presOf" srcId="{35AAFB92-A5B7-47E8-A660-73F760960DA6}" destId="{9C424B6A-5C70-4938-AE59-75E7041C7CE9}" srcOrd="0" destOrd="0" presId="urn:microsoft.com/office/officeart/2005/8/layout/StepDownProcess"/>
    <dgm:cxn modelId="{087A3417-2971-4478-95B6-731DAD795004}" type="presOf" srcId="{CF52A9C9-D599-4A1E-AC99-303A6B0652EC}" destId="{6D62E7A4-5C1E-4C24-8FDB-FB35B0849408}" srcOrd="0" destOrd="0" presId="urn:microsoft.com/office/officeart/2005/8/layout/StepDownProcess"/>
    <dgm:cxn modelId="{84464C39-7216-44F7-A311-6E71FB594174}" type="presOf" srcId="{ABF98ED2-8D8A-48EF-8225-BFE888AC176B}" destId="{F6A065D2-00A4-4ABA-B36B-0E1E1A148E7E}" srcOrd="0" destOrd="0" presId="urn:microsoft.com/office/officeart/2005/8/layout/StepDownProcess"/>
    <dgm:cxn modelId="{13B21945-E5D3-4C7E-BDDE-FB7B743B7824}" srcId="{7F156ED9-4DBA-4C20-A2C0-07624B4A672C}" destId="{8B5DD5D9-AD52-49F2-85EE-D6A210AB06C5}" srcOrd="1" destOrd="0" parTransId="{EACE6F60-3D5A-4174-96E7-7E490A0CDA88}" sibTransId="{E70FF88A-CBF7-45EC-A077-BB7F99A9BA41}"/>
    <dgm:cxn modelId="{FC76C955-7B7B-491E-81B8-781A13C92DAC}" type="presOf" srcId="{4E23F825-E76A-40A4-BA22-C1425A639D09}" destId="{43B47680-E57F-49A7-A22D-0A61E8AB36B6}" srcOrd="0" destOrd="0" presId="urn:microsoft.com/office/officeart/2005/8/layout/StepDownProcess"/>
    <dgm:cxn modelId="{32ED3F87-954B-448F-9AAD-C7130F516591}" srcId="{7F156ED9-4DBA-4C20-A2C0-07624B4A672C}" destId="{AEE4FC79-CB25-47EC-9842-37877DC121D2}" srcOrd="4" destOrd="0" parTransId="{3601DF5B-BE83-4BAB-B3C3-56CA91AD1786}" sibTransId="{D4DF0A54-EB6F-45F7-9CE9-1D55EB3E7E30}"/>
    <dgm:cxn modelId="{F28AFA8B-406D-4720-B21D-5C2AC1C6665B}" srcId="{7F156ED9-4DBA-4C20-A2C0-07624B4A672C}" destId="{35AAFB92-A5B7-47E8-A660-73F760960DA6}" srcOrd="3" destOrd="0" parTransId="{F73D5826-7C0C-4D7C-B134-821DE3BFEFF6}" sibTransId="{2E0B7486-D568-4CD3-9803-64F50534E9A1}"/>
    <dgm:cxn modelId="{DF4CFF97-0684-4CEF-80EF-C7D915940419}" type="presOf" srcId="{AEE4FC79-CB25-47EC-9842-37877DC121D2}" destId="{72D2DD69-8C42-4FB8-B6A8-57A745117A2E}" srcOrd="0" destOrd="0" presId="urn:microsoft.com/office/officeart/2005/8/layout/StepDownProcess"/>
    <dgm:cxn modelId="{988FD1A5-8ADE-4F97-8276-B45CB7468C42}" type="presOf" srcId="{7F156ED9-4DBA-4C20-A2C0-07624B4A672C}" destId="{CA0AC2F1-2D0C-42C2-8DD9-1E32A3E8E883}" srcOrd="0" destOrd="0" presId="urn:microsoft.com/office/officeart/2005/8/layout/StepDownProcess"/>
    <dgm:cxn modelId="{08E062AA-5AA5-4D89-80C0-5D658BB55216}" srcId="{7F156ED9-4DBA-4C20-A2C0-07624B4A672C}" destId="{ABF98ED2-8D8A-48EF-8225-BFE888AC176B}" srcOrd="2" destOrd="0" parTransId="{E6D79DA5-B116-4744-B464-1A872ED021AA}" sibTransId="{E2BEC9E4-51B6-42BE-BFEE-B95BAC2DC12D}"/>
    <dgm:cxn modelId="{F2416BB2-C799-4E34-B251-801629B7F15D}" type="presOf" srcId="{8B5DD5D9-AD52-49F2-85EE-D6A210AB06C5}" destId="{777B02AC-536A-400D-9FB2-8D682F50DED2}" srcOrd="0" destOrd="0" presId="urn:microsoft.com/office/officeart/2005/8/layout/StepDownProcess"/>
    <dgm:cxn modelId="{F7BE77BB-5603-4795-8315-26C108F53C64}" srcId="{7F156ED9-4DBA-4C20-A2C0-07624B4A672C}" destId="{4E23F825-E76A-40A4-BA22-C1425A639D09}" srcOrd="5" destOrd="0" parTransId="{49FC8B88-B785-4D94-BE95-08DBE8090837}" sibTransId="{F1B31FF8-5F22-4B8E-93C0-F390FB240F51}"/>
    <dgm:cxn modelId="{EDF9BCDA-E162-44E8-B281-D8487391AD10}" srcId="{7F156ED9-4DBA-4C20-A2C0-07624B4A672C}" destId="{CF52A9C9-D599-4A1E-AC99-303A6B0652EC}" srcOrd="0" destOrd="0" parTransId="{B3597E95-6C68-4BA7-A5A9-19EF433C57D0}" sibTransId="{DE555162-FDFB-48E5-AC98-B28FC0D6E703}"/>
    <dgm:cxn modelId="{14BDD1F2-6A54-48E9-8860-B69880281710}" type="presParOf" srcId="{CA0AC2F1-2D0C-42C2-8DD9-1E32A3E8E883}" destId="{13DAF8E2-C988-485E-8EE3-4BE9002ABB1C}" srcOrd="0" destOrd="0" presId="urn:microsoft.com/office/officeart/2005/8/layout/StepDownProcess"/>
    <dgm:cxn modelId="{4A397F9D-56B8-43B1-B3D0-B5ABB79C1746}" type="presParOf" srcId="{13DAF8E2-C988-485E-8EE3-4BE9002ABB1C}" destId="{A0A27515-0C5E-42F0-9AD3-560482830B90}" srcOrd="0" destOrd="0" presId="urn:microsoft.com/office/officeart/2005/8/layout/StepDownProcess"/>
    <dgm:cxn modelId="{B2D4B842-84A4-44D5-9481-3E2B0E490F2A}" type="presParOf" srcId="{13DAF8E2-C988-485E-8EE3-4BE9002ABB1C}" destId="{6D62E7A4-5C1E-4C24-8FDB-FB35B0849408}" srcOrd="1" destOrd="0" presId="urn:microsoft.com/office/officeart/2005/8/layout/StepDownProcess"/>
    <dgm:cxn modelId="{CBC62D95-8FB5-4A4A-B4C2-D17AFC4BF332}" type="presParOf" srcId="{13DAF8E2-C988-485E-8EE3-4BE9002ABB1C}" destId="{20705FD4-DB97-4A36-8EE1-0CD14EAD1964}" srcOrd="2" destOrd="0" presId="urn:microsoft.com/office/officeart/2005/8/layout/StepDownProcess"/>
    <dgm:cxn modelId="{2D09856F-8211-444E-9BCC-445AB843E85B}" type="presParOf" srcId="{CA0AC2F1-2D0C-42C2-8DD9-1E32A3E8E883}" destId="{3F29799A-6D04-4920-8488-5B79335C397F}" srcOrd="1" destOrd="0" presId="urn:microsoft.com/office/officeart/2005/8/layout/StepDownProcess"/>
    <dgm:cxn modelId="{C52DE4A9-8707-4C63-AE62-30F0E657D3B4}" type="presParOf" srcId="{CA0AC2F1-2D0C-42C2-8DD9-1E32A3E8E883}" destId="{CD7132CA-E20B-42A5-B833-84E3248CF28E}" srcOrd="2" destOrd="0" presId="urn:microsoft.com/office/officeart/2005/8/layout/StepDownProcess"/>
    <dgm:cxn modelId="{71AAC3F0-5663-4202-AA38-5D2C867C3575}" type="presParOf" srcId="{CD7132CA-E20B-42A5-B833-84E3248CF28E}" destId="{BF1C8E95-D59C-4844-BD42-0692B5F84C09}" srcOrd="0" destOrd="0" presId="urn:microsoft.com/office/officeart/2005/8/layout/StepDownProcess"/>
    <dgm:cxn modelId="{3DC8C266-1A8F-4F58-B599-0B90F9EFB88B}" type="presParOf" srcId="{CD7132CA-E20B-42A5-B833-84E3248CF28E}" destId="{777B02AC-536A-400D-9FB2-8D682F50DED2}" srcOrd="1" destOrd="0" presId="urn:microsoft.com/office/officeart/2005/8/layout/StepDownProcess"/>
    <dgm:cxn modelId="{0649146C-54B4-482E-A0DE-8AD11DE59CE0}" type="presParOf" srcId="{CD7132CA-E20B-42A5-B833-84E3248CF28E}" destId="{CAE58820-4311-4101-8F7D-9C0F940F4D3C}" srcOrd="2" destOrd="0" presId="urn:microsoft.com/office/officeart/2005/8/layout/StepDownProcess"/>
    <dgm:cxn modelId="{3F0828AD-FB1E-4CBF-8368-5D5D5F7216E0}" type="presParOf" srcId="{CA0AC2F1-2D0C-42C2-8DD9-1E32A3E8E883}" destId="{090182D0-8A27-49F7-B2D0-A2F0C365B2DA}" srcOrd="3" destOrd="0" presId="urn:microsoft.com/office/officeart/2005/8/layout/StepDownProcess"/>
    <dgm:cxn modelId="{0E648AEC-06D9-4FB8-B2B8-2BC7F9B32204}" type="presParOf" srcId="{CA0AC2F1-2D0C-42C2-8DD9-1E32A3E8E883}" destId="{F60387BF-F74E-4561-BB16-CF30FB944202}" srcOrd="4" destOrd="0" presId="urn:microsoft.com/office/officeart/2005/8/layout/StepDownProcess"/>
    <dgm:cxn modelId="{0F70B37E-FAE6-469A-8287-AE9E82C3E5A1}" type="presParOf" srcId="{F60387BF-F74E-4561-BB16-CF30FB944202}" destId="{0ECF8CE9-F14B-46AE-A9D2-695451B6666A}" srcOrd="0" destOrd="0" presId="urn:microsoft.com/office/officeart/2005/8/layout/StepDownProcess"/>
    <dgm:cxn modelId="{8D349EA3-6195-4189-97FB-FCC648FA7D74}" type="presParOf" srcId="{F60387BF-F74E-4561-BB16-CF30FB944202}" destId="{F6A065D2-00A4-4ABA-B36B-0E1E1A148E7E}" srcOrd="1" destOrd="0" presId="urn:microsoft.com/office/officeart/2005/8/layout/StepDownProcess"/>
    <dgm:cxn modelId="{597C4619-028D-4230-BB4A-A38FCB53F87E}" type="presParOf" srcId="{F60387BF-F74E-4561-BB16-CF30FB944202}" destId="{673BE2D1-394A-40D3-9F51-22863D3F4A8F}" srcOrd="2" destOrd="0" presId="urn:microsoft.com/office/officeart/2005/8/layout/StepDownProcess"/>
    <dgm:cxn modelId="{E85B13B6-1F5F-4BC5-9EA6-B7E364247F26}" type="presParOf" srcId="{CA0AC2F1-2D0C-42C2-8DD9-1E32A3E8E883}" destId="{E03ACB19-8308-44EB-98B4-201990189A99}" srcOrd="5" destOrd="0" presId="urn:microsoft.com/office/officeart/2005/8/layout/StepDownProcess"/>
    <dgm:cxn modelId="{6F626232-DAC0-414D-A810-CB214ECFDE42}" type="presParOf" srcId="{CA0AC2F1-2D0C-42C2-8DD9-1E32A3E8E883}" destId="{33362A5F-1052-447C-917A-15D12E8148A2}" srcOrd="6" destOrd="0" presId="urn:microsoft.com/office/officeart/2005/8/layout/StepDownProcess"/>
    <dgm:cxn modelId="{154135D4-33BD-496A-9579-72FBF8989B98}" type="presParOf" srcId="{33362A5F-1052-447C-917A-15D12E8148A2}" destId="{575F2548-B8C3-4729-B290-4AEB7598D898}" srcOrd="0" destOrd="0" presId="urn:microsoft.com/office/officeart/2005/8/layout/StepDownProcess"/>
    <dgm:cxn modelId="{6EE9E897-7E51-4242-9C1D-2294800813FD}" type="presParOf" srcId="{33362A5F-1052-447C-917A-15D12E8148A2}" destId="{9C424B6A-5C70-4938-AE59-75E7041C7CE9}" srcOrd="1" destOrd="0" presId="urn:microsoft.com/office/officeart/2005/8/layout/StepDownProcess"/>
    <dgm:cxn modelId="{71DF7A37-3456-43F5-91D4-8F113B5BFAE2}" type="presParOf" srcId="{33362A5F-1052-447C-917A-15D12E8148A2}" destId="{F15C97DF-D032-440E-82EC-CBAF682931BA}" srcOrd="2" destOrd="0" presId="urn:microsoft.com/office/officeart/2005/8/layout/StepDownProcess"/>
    <dgm:cxn modelId="{4C1AE239-E46C-4730-B46C-BA1965D42100}" type="presParOf" srcId="{CA0AC2F1-2D0C-42C2-8DD9-1E32A3E8E883}" destId="{63FDC7BF-4904-4FF8-BF90-1A348387C6D6}" srcOrd="7" destOrd="0" presId="urn:microsoft.com/office/officeart/2005/8/layout/StepDownProcess"/>
    <dgm:cxn modelId="{D52B83BD-E3D4-4BC2-B791-0C2833532EB2}" type="presParOf" srcId="{CA0AC2F1-2D0C-42C2-8DD9-1E32A3E8E883}" destId="{01A45B8F-4BD4-4EF5-8CDC-949EBD0376CC}" srcOrd="8" destOrd="0" presId="urn:microsoft.com/office/officeart/2005/8/layout/StepDownProcess"/>
    <dgm:cxn modelId="{68E9201A-CE0B-40EB-BF19-59192B87BA53}" type="presParOf" srcId="{01A45B8F-4BD4-4EF5-8CDC-949EBD0376CC}" destId="{3FD0E039-762C-440B-8AD4-FBE6BDE8D568}" srcOrd="0" destOrd="0" presId="urn:microsoft.com/office/officeart/2005/8/layout/StepDownProcess"/>
    <dgm:cxn modelId="{897E429F-08AB-4D1F-8A5C-DBD2D869E165}" type="presParOf" srcId="{01A45B8F-4BD4-4EF5-8CDC-949EBD0376CC}" destId="{72D2DD69-8C42-4FB8-B6A8-57A745117A2E}" srcOrd="1" destOrd="0" presId="urn:microsoft.com/office/officeart/2005/8/layout/StepDownProcess"/>
    <dgm:cxn modelId="{1CD81FCD-BD45-4391-8D47-FA2C3171F4B8}" type="presParOf" srcId="{01A45B8F-4BD4-4EF5-8CDC-949EBD0376CC}" destId="{1EAA4EDA-B013-41D6-9847-8478F395F848}" srcOrd="2" destOrd="0" presId="urn:microsoft.com/office/officeart/2005/8/layout/StepDownProcess"/>
    <dgm:cxn modelId="{A4DD8156-F6B1-401B-B6A9-15C76274D97F}" type="presParOf" srcId="{CA0AC2F1-2D0C-42C2-8DD9-1E32A3E8E883}" destId="{0692FCF8-6DAD-41B1-8AA7-125905EC9D69}" srcOrd="9" destOrd="0" presId="urn:microsoft.com/office/officeart/2005/8/layout/StepDownProcess"/>
    <dgm:cxn modelId="{F1B164E4-A952-485C-BA14-9A8CE8F2151B}" type="presParOf" srcId="{CA0AC2F1-2D0C-42C2-8DD9-1E32A3E8E883}" destId="{400248BA-59CD-4131-B0AA-8512AC61349B}" srcOrd="10" destOrd="0" presId="urn:microsoft.com/office/officeart/2005/8/layout/StepDownProcess"/>
    <dgm:cxn modelId="{798D4629-E198-48E6-BE3D-0FFC201AD1D2}" type="presParOf" srcId="{400248BA-59CD-4131-B0AA-8512AC61349B}" destId="{43B47680-E57F-49A7-A22D-0A61E8AB36B6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6AE619-B290-4EE9-911A-386DF6C1D646}">
      <dsp:nvSpPr>
        <dsp:cNvPr id="0" name=""/>
        <dsp:cNvSpPr/>
      </dsp:nvSpPr>
      <dsp:spPr>
        <a:xfrm rot="16200000">
          <a:off x="1008380" y="-1008380"/>
          <a:ext cx="2067560" cy="4084320"/>
        </a:xfrm>
        <a:prstGeom prst="round1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Threat detection in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Real time</a:t>
          </a:r>
        </a:p>
      </dsp:txBody>
      <dsp:txXfrm rot="5400000">
        <a:off x="0" y="0"/>
        <a:ext cx="4084320" cy="1550670"/>
      </dsp:txXfrm>
    </dsp:sp>
    <dsp:sp modelId="{2832210F-13C4-4DEF-9E4E-9F52AEAD4E32}">
      <dsp:nvSpPr>
        <dsp:cNvPr id="0" name=""/>
        <dsp:cNvSpPr/>
      </dsp:nvSpPr>
      <dsp:spPr>
        <a:xfrm>
          <a:off x="4084320" y="0"/>
          <a:ext cx="4084320" cy="2067560"/>
        </a:xfrm>
        <a:prstGeom prst="round1Rect">
          <a:avLst/>
        </a:prstGeom>
        <a:gradFill rotWithShape="0">
          <a:gsLst>
            <a:gs pos="0">
              <a:schemeClr val="accent2">
                <a:hueOff val="-485121"/>
                <a:satOff val="-27976"/>
                <a:lumOff val="287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485121"/>
                <a:satOff val="-27976"/>
                <a:lumOff val="287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485121"/>
                <a:satOff val="-27976"/>
                <a:lumOff val="287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Secure password vault&amp;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2FA manager</a:t>
          </a:r>
        </a:p>
      </dsp:txBody>
      <dsp:txXfrm>
        <a:off x="4084320" y="0"/>
        <a:ext cx="4084320" cy="1550670"/>
      </dsp:txXfrm>
    </dsp:sp>
    <dsp:sp modelId="{DEE673AA-03D7-4931-9A7A-B699529C0CD4}">
      <dsp:nvSpPr>
        <dsp:cNvPr id="0" name=""/>
        <dsp:cNvSpPr/>
      </dsp:nvSpPr>
      <dsp:spPr>
        <a:xfrm rot="10800000">
          <a:off x="0" y="2067560"/>
          <a:ext cx="4084320" cy="2067560"/>
        </a:xfrm>
        <a:prstGeom prst="round1Rect">
          <a:avLst/>
        </a:prstGeom>
        <a:gradFill rotWithShape="0">
          <a:gsLst>
            <a:gs pos="0">
              <a:schemeClr val="accent2">
                <a:hueOff val="-970242"/>
                <a:satOff val="-55952"/>
                <a:lumOff val="57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970242"/>
                <a:satOff val="-55952"/>
                <a:lumOff val="57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970242"/>
                <a:satOff val="-55952"/>
                <a:lumOff val="57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Phishing/ Malware blocking</a:t>
          </a:r>
          <a:endParaRPr lang="en-IN" sz="2800" kern="1200" dirty="0"/>
        </a:p>
      </dsp:txBody>
      <dsp:txXfrm rot="10800000">
        <a:off x="0" y="2584450"/>
        <a:ext cx="4084320" cy="1550670"/>
      </dsp:txXfrm>
    </dsp:sp>
    <dsp:sp modelId="{BC91D614-842F-4FA1-8653-1E018E1BC02F}">
      <dsp:nvSpPr>
        <dsp:cNvPr id="0" name=""/>
        <dsp:cNvSpPr/>
      </dsp:nvSpPr>
      <dsp:spPr>
        <a:xfrm rot="5400000">
          <a:off x="5092700" y="1059180"/>
          <a:ext cx="2067560" cy="4084320"/>
        </a:xfrm>
        <a:prstGeom prst="round1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Data leak alerts &amp; 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Auto patching</a:t>
          </a:r>
        </a:p>
      </dsp:txBody>
      <dsp:txXfrm rot="-5400000">
        <a:off x="4084320" y="2584450"/>
        <a:ext cx="4084320" cy="1550670"/>
      </dsp:txXfrm>
    </dsp:sp>
    <dsp:sp modelId="{24D592A7-9396-4FCA-B935-52FECC1ECE5B}">
      <dsp:nvSpPr>
        <dsp:cNvPr id="0" name=""/>
        <dsp:cNvSpPr/>
      </dsp:nvSpPr>
      <dsp:spPr>
        <a:xfrm>
          <a:off x="2859023" y="1550670"/>
          <a:ext cx="2450592" cy="1033780"/>
        </a:xfrm>
        <a:prstGeom prst="roundRect">
          <a:avLst/>
        </a:prstGeom>
        <a:gradFill rotWithShape="0">
          <a:gsLst>
            <a:gs pos="0">
              <a:schemeClr val="accent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Features </a:t>
          </a:r>
          <a:endParaRPr lang="en-IN" sz="2800" kern="1200" dirty="0"/>
        </a:p>
      </dsp:txBody>
      <dsp:txXfrm>
        <a:off x="2909488" y="1601135"/>
        <a:ext cx="2349662" cy="9328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BCB97C-4B00-403D-AF01-5791DD1D4F10}">
      <dsp:nvSpPr>
        <dsp:cNvPr id="0" name=""/>
        <dsp:cNvSpPr/>
      </dsp:nvSpPr>
      <dsp:spPr>
        <a:xfrm>
          <a:off x="1032379" y="0"/>
          <a:ext cx="2535359" cy="2535323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solidFill>
                <a:schemeClr val="bg1"/>
              </a:solidFill>
            </a:rPr>
            <a:t>AI/ML Models-&gt; anomaly detection &amp; behaviour analysis </a:t>
          </a:r>
          <a:endParaRPr lang="en-IN" sz="2000" kern="1200" dirty="0">
            <a:solidFill>
              <a:schemeClr val="bg1"/>
            </a:solidFill>
          </a:endParaRPr>
        </a:p>
      </dsp:txBody>
      <dsp:txXfrm>
        <a:off x="1403674" y="371289"/>
        <a:ext cx="1792769" cy="1792745"/>
      </dsp:txXfrm>
    </dsp:sp>
    <dsp:sp modelId="{D0B92CF1-6460-4784-B337-E269752F5A2C}">
      <dsp:nvSpPr>
        <dsp:cNvPr id="0" name=""/>
        <dsp:cNvSpPr/>
      </dsp:nvSpPr>
      <dsp:spPr>
        <a:xfrm>
          <a:off x="2337351" y="1690919"/>
          <a:ext cx="2535359" cy="2535323"/>
        </a:xfrm>
        <a:prstGeom prst="ellipse">
          <a:avLst/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solidFill>
                <a:schemeClr val="bg1"/>
              </a:solidFill>
            </a:rPr>
            <a:t>Continuous learning from threat database</a:t>
          </a:r>
          <a:endParaRPr lang="en-IN" sz="2000" kern="1200" dirty="0">
            <a:solidFill>
              <a:schemeClr val="bg1"/>
            </a:solidFill>
          </a:endParaRPr>
        </a:p>
      </dsp:txBody>
      <dsp:txXfrm>
        <a:off x="2708646" y="2062208"/>
        <a:ext cx="1792769" cy="1792745"/>
      </dsp:txXfrm>
    </dsp:sp>
    <dsp:sp modelId="{EEA158C0-CC5F-458B-B622-EC448375F903}">
      <dsp:nvSpPr>
        <dsp:cNvPr id="0" name=""/>
        <dsp:cNvSpPr/>
      </dsp:nvSpPr>
      <dsp:spPr>
        <a:xfrm>
          <a:off x="3640780" y="0"/>
          <a:ext cx="2535359" cy="2535323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solidFill>
                <a:schemeClr val="bg1"/>
              </a:solidFill>
            </a:rPr>
            <a:t>Auto Remediation workflows </a:t>
          </a:r>
          <a:endParaRPr lang="en-IN" sz="2000" kern="1200" dirty="0">
            <a:solidFill>
              <a:schemeClr val="bg1"/>
            </a:solidFill>
          </a:endParaRPr>
        </a:p>
      </dsp:txBody>
      <dsp:txXfrm>
        <a:off x="4012075" y="371289"/>
        <a:ext cx="1792769" cy="17927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A27515-0C5E-42F0-9AD3-560482830B90}">
      <dsp:nvSpPr>
        <dsp:cNvPr id="0" name=""/>
        <dsp:cNvSpPr/>
      </dsp:nvSpPr>
      <dsp:spPr>
        <a:xfrm rot="5400000">
          <a:off x="1714292" y="756577"/>
          <a:ext cx="630668" cy="71799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62E7A4-5C1E-4C24-8FDB-FB35B0849408}">
      <dsp:nvSpPr>
        <dsp:cNvPr id="0" name=""/>
        <dsp:cNvSpPr/>
      </dsp:nvSpPr>
      <dsp:spPr>
        <a:xfrm>
          <a:off x="585938" y="34015"/>
          <a:ext cx="2984205" cy="790044"/>
        </a:xfrm>
        <a:prstGeom prst="roundRect">
          <a:avLst>
            <a:gd name="adj" fmla="val 166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User Interaction</a:t>
          </a:r>
          <a:endParaRPr lang="en-IN" sz="1800" kern="1200" dirty="0"/>
        </a:p>
      </dsp:txBody>
      <dsp:txXfrm>
        <a:off x="624512" y="72589"/>
        <a:ext cx="2907057" cy="712896"/>
      </dsp:txXfrm>
    </dsp:sp>
    <dsp:sp modelId="{20705FD4-DB97-4A36-8EE1-0CD14EAD1964}">
      <dsp:nvSpPr>
        <dsp:cNvPr id="0" name=""/>
        <dsp:cNvSpPr/>
      </dsp:nvSpPr>
      <dsp:spPr>
        <a:xfrm>
          <a:off x="2409618" y="324373"/>
          <a:ext cx="1170680" cy="2085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1C8E95-D59C-4844-BD42-0692B5F84C09}">
      <dsp:nvSpPr>
        <dsp:cNvPr id="0" name=""/>
        <dsp:cNvSpPr/>
      </dsp:nvSpPr>
      <dsp:spPr>
        <a:xfrm rot="5400000">
          <a:off x="3048656" y="1591365"/>
          <a:ext cx="630668" cy="71799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7B02AC-536A-400D-9FB2-8D682F50DED2}">
      <dsp:nvSpPr>
        <dsp:cNvPr id="0" name=""/>
        <dsp:cNvSpPr/>
      </dsp:nvSpPr>
      <dsp:spPr>
        <a:xfrm>
          <a:off x="2023231" y="892257"/>
          <a:ext cx="2778347" cy="743137"/>
        </a:xfrm>
        <a:prstGeom prst="roundRect">
          <a:avLst>
            <a:gd name="adj" fmla="val 1667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Data Collection&amp; Analysis</a:t>
          </a:r>
          <a:endParaRPr lang="en-IN" sz="1800" kern="1200" dirty="0"/>
        </a:p>
      </dsp:txBody>
      <dsp:txXfrm>
        <a:off x="2059514" y="928540"/>
        <a:ext cx="2705781" cy="670571"/>
      </dsp:txXfrm>
    </dsp:sp>
    <dsp:sp modelId="{CAE58820-4311-4101-8F7D-9C0F940F4D3C}">
      <dsp:nvSpPr>
        <dsp:cNvPr id="0" name=""/>
        <dsp:cNvSpPr/>
      </dsp:nvSpPr>
      <dsp:spPr>
        <a:xfrm>
          <a:off x="4172098" y="1239520"/>
          <a:ext cx="314446" cy="478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CF8CE9-F14B-46AE-A9D2-695451B6666A}">
      <dsp:nvSpPr>
        <dsp:cNvPr id="0" name=""/>
        <dsp:cNvSpPr/>
      </dsp:nvSpPr>
      <dsp:spPr>
        <a:xfrm rot="5400000">
          <a:off x="4536888" y="2426153"/>
          <a:ext cx="630668" cy="71799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A065D2-00A4-4ABA-B36B-0E1E1A148E7E}">
      <dsp:nvSpPr>
        <dsp:cNvPr id="0" name=""/>
        <dsp:cNvSpPr/>
      </dsp:nvSpPr>
      <dsp:spPr>
        <a:xfrm>
          <a:off x="3460523" y="1727045"/>
          <a:ext cx="2880225" cy="743137"/>
        </a:xfrm>
        <a:prstGeom prst="roundRect">
          <a:avLst>
            <a:gd name="adj" fmla="val 1667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Threat Prediction &amp; Detection</a:t>
          </a:r>
          <a:endParaRPr lang="en-IN" sz="1800" kern="1200" dirty="0"/>
        </a:p>
      </dsp:txBody>
      <dsp:txXfrm>
        <a:off x="3496806" y="1763328"/>
        <a:ext cx="2807659" cy="670571"/>
      </dsp:txXfrm>
    </dsp:sp>
    <dsp:sp modelId="{673BE2D1-394A-40D3-9F51-22863D3F4A8F}">
      <dsp:nvSpPr>
        <dsp:cNvPr id="0" name=""/>
        <dsp:cNvSpPr/>
      </dsp:nvSpPr>
      <dsp:spPr>
        <a:xfrm>
          <a:off x="5706258" y="2032000"/>
          <a:ext cx="222590" cy="1324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5F2548-B8C3-4729-B290-4AEB7598D898}">
      <dsp:nvSpPr>
        <dsp:cNvPr id="0" name=""/>
        <dsp:cNvSpPr/>
      </dsp:nvSpPr>
      <dsp:spPr>
        <a:xfrm rot="5400000">
          <a:off x="5862562" y="3260941"/>
          <a:ext cx="630668" cy="71799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424B6A-5C70-4938-AE59-75E7041C7CE9}">
      <dsp:nvSpPr>
        <dsp:cNvPr id="0" name=""/>
        <dsp:cNvSpPr/>
      </dsp:nvSpPr>
      <dsp:spPr>
        <a:xfrm>
          <a:off x="4897816" y="2561833"/>
          <a:ext cx="2656987" cy="743137"/>
        </a:xfrm>
        <a:prstGeom prst="roundRect">
          <a:avLst>
            <a:gd name="adj" fmla="val 1667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Automated Response</a:t>
          </a:r>
          <a:endParaRPr lang="en-IN" sz="1800" kern="1200" dirty="0"/>
        </a:p>
      </dsp:txBody>
      <dsp:txXfrm>
        <a:off x="4934099" y="2598116"/>
        <a:ext cx="2584421" cy="670571"/>
      </dsp:txXfrm>
    </dsp:sp>
    <dsp:sp modelId="{F15C97DF-D032-440E-82EC-CBAF682931BA}">
      <dsp:nvSpPr>
        <dsp:cNvPr id="0" name=""/>
        <dsp:cNvSpPr/>
      </dsp:nvSpPr>
      <dsp:spPr>
        <a:xfrm>
          <a:off x="6757147" y="2632708"/>
          <a:ext cx="772160" cy="600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D0E039-762C-440B-8AD4-FBE6BDE8D568}">
      <dsp:nvSpPr>
        <dsp:cNvPr id="0" name=""/>
        <dsp:cNvSpPr/>
      </dsp:nvSpPr>
      <dsp:spPr>
        <a:xfrm rot="5400000">
          <a:off x="7188235" y="4095730"/>
          <a:ext cx="630668" cy="71799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D2DD69-8C42-4FB8-B6A8-57A745117A2E}">
      <dsp:nvSpPr>
        <dsp:cNvPr id="0" name=""/>
        <dsp:cNvSpPr/>
      </dsp:nvSpPr>
      <dsp:spPr>
        <a:xfrm>
          <a:off x="6345269" y="3396622"/>
          <a:ext cx="2433749" cy="743137"/>
        </a:xfrm>
        <a:prstGeom prst="roundRect">
          <a:avLst>
            <a:gd name="adj" fmla="val 1667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Continuous Learning</a:t>
          </a:r>
          <a:endParaRPr lang="en-IN" sz="1800" kern="1200" dirty="0"/>
        </a:p>
      </dsp:txBody>
      <dsp:txXfrm>
        <a:off x="6381552" y="3432905"/>
        <a:ext cx="2361183" cy="670571"/>
      </dsp:txXfrm>
    </dsp:sp>
    <dsp:sp modelId="{1EAA4EDA-B013-41D6-9847-8478F395F848}">
      <dsp:nvSpPr>
        <dsp:cNvPr id="0" name=""/>
        <dsp:cNvSpPr/>
      </dsp:nvSpPr>
      <dsp:spPr>
        <a:xfrm>
          <a:off x="8082820" y="3467497"/>
          <a:ext cx="772160" cy="600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B47680-E57F-49A7-A22D-0A61E8AB36B6}">
      <dsp:nvSpPr>
        <dsp:cNvPr id="0" name=""/>
        <dsp:cNvSpPr/>
      </dsp:nvSpPr>
      <dsp:spPr>
        <a:xfrm>
          <a:off x="7772402" y="4231410"/>
          <a:ext cx="2995459" cy="743137"/>
        </a:xfrm>
        <a:prstGeom prst="roundRect">
          <a:avLst>
            <a:gd name="adj" fmla="val 166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Protection &amp;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Reporting</a:t>
          </a:r>
        </a:p>
      </dsp:txBody>
      <dsp:txXfrm>
        <a:off x="7808685" y="4267693"/>
        <a:ext cx="2922893" cy="6705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terconnected Rings"/>
  <dgm:desc val="Use to show overlapping or interconnected ideas or concepts. The first seven lines of Level 1 text correspond with a circle. Unused text does not appear, but remains available if you switch layouts. 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162A1-416D-FD14-4FF5-958BCDC63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E24441-18E7-D796-659C-F0978693B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F0256-C729-F955-185D-AD3713DEA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70DAA-CF0C-4479-95E4-86C2B5B9DF4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76892-EE34-9CE2-3696-49C400CE5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40A02-0FEE-189A-1AEF-599AB8206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ACDE0-439A-422B-AA4F-F7723A9FEA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371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2315-C1D7-BE39-C22B-92B68372E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E445C-0037-2754-6F21-4B148350E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11C55-8B7F-D4C0-2044-EFE95D6C5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70DAA-CF0C-4479-95E4-86C2B5B9DF4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C8ED4-D113-0DD1-B48B-27A275F1E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57957-B72C-2FDE-A0B5-3049FE610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ACDE0-439A-422B-AA4F-F7723A9FEA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958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7EF05-9AF9-1D99-3DF3-AA92D2741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36198E-0AA6-FE79-51C6-59C7ECCAF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C9CC6-BE68-2D2C-2215-80982A019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70DAA-CF0C-4479-95E4-86C2B5B9DF4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18119-385C-932C-10B4-C157B19C2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7F6E9-2AEE-A5A6-2D82-10A7C2270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ACDE0-439A-422B-AA4F-F7723A9FEA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807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E3E06-A9B0-F4F8-24E4-71DA259E4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8C0E6-F72C-B5A1-C927-2951BEEF2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13ED41-7A2F-F3E8-D903-47F1B26973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0382B-1818-4850-5BE2-A699C748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70DAA-CF0C-4479-95E4-86C2B5B9DF4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CA708F-0894-385C-C834-E0BF49817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A4CAAE-6492-2689-90CC-6D584CFC1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ACDE0-439A-422B-AA4F-F7723A9FEA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311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0C7CA-871B-BEB5-CCB5-7AE57F7FB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A843F-AA53-3DCC-B73D-AD3CBFC90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849F6C-2C04-39C4-10F9-5FF815C53B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BE5B3E-B30A-8B34-281B-3BA182CDC6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61DB29-B669-913B-87F3-3E6969E2F1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79248F-B6A7-2F01-EF77-71FC07CDF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70DAA-CF0C-4479-95E4-86C2B5B9DF4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4B4355-AE22-2EDE-3FBD-A8C90310F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2D4385-84C5-A677-9726-A03EE1EBF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ACDE0-439A-422B-AA4F-F7723A9FEA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316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39D98-996D-D7E6-131A-554181908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AC4641-D87B-F998-36B5-98682AA11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70DAA-CF0C-4479-95E4-86C2B5B9DF4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B9C074-BD36-EB0E-653A-6771AC783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5A5A29-4EBF-4695-FC71-3A6EFCEFB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ACDE0-439A-422B-AA4F-F7723A9FEA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976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1AAD9E-4647-D2E1-89DC-10F99A167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70DAA-CF0C-4479-95E4-86C2B5B9DF4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07FF14-67D6-DE65-C5BF-13E4B2F8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65CFC-7A09-012C-5192-17A52AC16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ACDE0-439A-422B-AA4F-F7723A9FEA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492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C2201-19E9-777A-5234-810CA160B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83F7A-6FB7-67DC-887F-B1A4AC245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66B459-22E0-417A-22D7-3F2A91044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39E1E4-17A2-B8F2-B682-A4CFEC8F1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70DAA-CF0C-4479-95E4-86C2B5B9DF4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A689A1-81E2-71F1-3DAA-1262C9EE5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EDD96D-EC1C-FBD3-96AA-FCCDC66D8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ACDE0-439A-422B-AA4F-F7723A9FEA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549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E576C-F5D5-909F-1954-E68A524BD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06BF71-E1E5-0CAF-B09E-1C781E1F54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984857-7CA8-5C65-993D-A48CCD570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A47AB-DD3E-6AE2-58E1-C77DE7845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70DAA-CF0C-4479-95E4-86C2B5B9DF4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5864BB-011B-1AED-CE15-E2E43C45F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C8C19A-8C20-973F-E331-B96A289ED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ACDE0-439A-422B-AA4F-F7723A9FEA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3191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83306-4722-2A68-BD79-E64179120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267959-86DD-2DC6-BF2D-898197C38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F9EE4-9CCF-7EEA-FA43-A758933FE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70DAA-CF0C-4479-95E4-86C2B5B9DF4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8CDDE-0FC9-6637-8D17-B493AEBB0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79925-4D05-FD3B-D47E-081ED7206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ACDE0-439A-422B-AA4F-F7723A9FEA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33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6D6B12-D88F-05DB-0172-BEEC290EFE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89786A-93A3-8CA2-8A68-47A985EC2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A1636-5A0D-3DE0-B868-E5F37E433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70DAA-CF0C-4479-95E4-86C2B5B9DF4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B6D05-F6AC-5DBB-63D4-D364493AA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09797-A0D6-F7C6-86CF-4162B1F49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ACDE0-439A-422B-AA4F-F7723A9FEA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3158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CE7EEA-A09D-A345-8BA7-EF767731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71E5F-97F8-5963-94D8-44144036E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C91B9-F014-EA5C-5097-4D3A15EC91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F70DAA-CF0C-4479-95E4-86C2B5B9DF4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0591C-3B4E-985E-B75B-02A1C857AF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C1548-4158-1812-8101-FA962A7C25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ACDE0-439A-422B-AA4F-F7723A9FEA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158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r.wikipedia.org/wiki/TensorFlow" TargetMode="External"/><Relationship Id="rId5" Type="http://schemas.openxmlformats.org/officeDocument/2006/relationships/image" Target="../media/image6.png"/><Relationship Id="rId4" Type="http://schemas.openxmlformats.org/officeDocument/2006/relationships/hyperlink" Target="https://codewith.mu/es/tutorials/1.0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E73C1-EF13-7DE3-4B4B-B4A8D1104F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6197600" cy="23876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Comic Sans MS" panose="030F0702030302020204" pitchFamily="66" charset="0"/>
              </a:rPr>
              <a:t>SENTINEL AI</a:t>
            </a:r>
            <a:endParaRPr lang="en-IN" dirty="0">
              <a:solidFill>
                <a:schemeClr val="bg1">
                  <a:lumMod val="9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43CE87-2E20-4C34-7DEC-E9C5AE3C7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8960" y="3602038"/>
            <a:ext cx="4287520" cy="1655762"/>
          </a:xfrm>
        </p:spPr>
        <p:txBody>
          <a:bodyPr/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Comic Sans MS" panose="030F0702030302020204" pitchFamily="66" charset="0"/>
              </a:rPr>
              <a:t>One app to prevent, predict &amp; resolve cyber threats</a:t>
            </a:r>
            <a:endParaRPr lang="en-IN" dirty="0">
              <a:solidFill>
                <a:schemeClr val="bg1">
                  <a:lumMod val="95000"/>
                </a:schemeClr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421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5000" b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ACAA2-AA9B-B0BD-31A3-24C7F8F89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TEAM DETAILS</a:t>
            </a:r>
            <a:endParaRPr lang="en-IN" dirty="0">
              <a:solidFill>
                <a:schemeClr val="bg1">
                  <a:lumMod val="9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827C3-8C1F-32C5-0416-A3779034F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520" y="1561465"/>
            <a:ext cx="10515600" cy="4351338"/>
          </a:xfrm>
        </p:spPr>
        <p:txBody>
          <a:bodyPr/>
          <a:lstStyle/>
          <a:p>
            <a:r>
              <a:rPr lang="en-GB" b="1" dirty="0">
                <a:solidFill>
                  <a:schemeClr val="bg1">
                    <a:lumMod val="95000"/>
                  </a:schemeClr>
                </a:solidFill>
              </a:rPr>
              <a:t>Team Leader: Sai Shruthi V - CSE 2</a:t>
            </a:r>
            <a:r>
              <a:rPr lang="en-GB" b="1" baseline="30000" dirty="0">
                <a:solidFill>
                  <a:schemeClr val="bg1">
                    <a:lumMod val="95000"/>
                  </a:schemeClr>
                </a:solidFill>
              </a:rPr>
              <a:t>nd</a:t>
            </a:r>
            <a:r>
              <a:rPr lang="en-GB" b="1" dirty="0">
                <a:solidFill>
                  <a:schemeClr val="bg1">
                    <a:lumMod val="95000"/>
                  </a:schemeClr>
                </a:solidFill>
              </a:rPr>
              <a:t> year</a:t>
            </a:r>
          </a:p>
          <a:p>
            <a:r>
              <a:rPr lang="en-GB" b="1" dirty="0">
                <a:solidFill>
                  <a:schemeClr val="bg1">
                    <a:lumMod val="95000"/>
                  </a:schemeClr>
                </a:solidFill>
              </a:rPr>
              <a:t>  Innovation Squad: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bg1">
                    <a:lumMod val="95000"/>
                  </a:schemeClr>
                </a:solidFill>
              </a:rPr>
              <a:t>        Sadhana V 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bg1">
                    <a:lumMod val="95000"/>
                  </a:schemeClr>
                </a:solidFill>
              </a:rPr>
              <a:t>       </a:t>
            </a:r>
            <a:r>
              <a:rPr lang="en-GB" b="1" dirty="0" err="1">
                <a:solidFill>
                  <a:schemeClr val="bg1">
                    <a:lumMod val="95000"/>
                  </a:schemeClr>
                </a:solidFill>
              </a:rPr>
              <a:t>Vishwapriya</a:t>
            </a:r>
            <a:r>
              <a:rPr lang="en-GB" b="1" dirty="0">
                <a:solidFill>
                  <a:schemeClr val="bg1">
                    <a:lumMod val="95000"/>
                  </a:schemeClr>
                </a:solidFill>
              </a:rPr>
              <a:t> M 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bg1">
                    <a:lumMod val="95000"/>
                  </a:schemeClr>
                </a:solidFill>
              </a:rPr>
              <a:t>TEAM NAME : “ENCRYPTED ELITE”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bg1">
                    <a:lumMod val="95000"/>
                  </a:schemeClr>
                </a:solidFill>
              </a:rPr>
              <a:t>KCG COLLEGE OF TECHNOLOGY</a:t>
            </a:r>
          </a:p>
          <a:p>
            <a:pPr marL="0" indent="0">
              <a:buNone/>
            </a:pPr>
            <a:endParaRPr lang="en-GB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GB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GB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IN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51F7FB-1C72-883C-2812-A72733B2E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906" y="1561465"/>
            <a:ext cx="3229134" cy="3229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383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5000" b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658C3-7AE6-8CA7-BE7F-2F54843BB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Comic Sans MS" panose="030F0702030302020204" pitchFamily="66" charset="0"/>
              </a:rPr>
              <a:t>Problem Statement</a:t>
            </a:r>
            <a:endParaRPr lang="en-IN" dirty="0">
              <a:solidFill>
                <a:schemeClr val="bg1">
                  <a:lumMod val="9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73E01-8BD6-4796-99C9-773500532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483360"/>
            <a:ext cx="10683240" cy="4693603"/>
          </a:xfrm>
        </p:spPr>
        <p:txBody>
          <a:bodyPr/>
          <a:lstStyle/>
          <a:p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Bell MT" panose="02020503060305020303" pitchFamily="18" charset="0"/>
              </a:rPr>
              <a:t>Cyber-attacks increasing every year (phishing, ransomware, identity theft).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Bell MT" panose="02020503060305020303" pitchFamily="18" charset="0"/>
              </a:rPr>
              <a:t>Users lack </a:t>
            </a:r>
            <a:r>
              <a:rPr lang="en-IN" b="1" dirty="0">
                <a:solidFill>
                  <a:schemeClr val="bg1">
                    <a:lumMod val="95000"/>
                  </a:schemeClr>
                </a:solidFill>
                <a:latin typeface="Bell MT" panose="02020503060305020303" pitchFamily="18" charset="0"/>
              </a:rPr>
              <a:t>awareness </a:t>
            </a:r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Bell MT" panose="02020503060305020303" pitchFamily="18" charset="0"/>
              </a:rPr>
              <a:t>&amp; proper tools → personal &amp; financial losses.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Bell MT" panose="02020503060305020303" pitchFamily="18" charset="0"/>
              </a:rPr>
              <a:t>Current solutions = multiple apps, complex setup, high cost.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Bell MT" panose="02020503060305020303" pitchFamily="18" charset="0"/>
              </a:rPr>
              <a:t>Need: </a:t>
            </a:r>
            <a:r>
              <a:rPr lang="en-IN" b="1" dirty="0">
                <a:solidFill>
                  <a:schemeClr val="bg1">
                    <a:lumMod val="95000"/>
                  </a:schemeClr>
                </a:solidFill>
                <a:latin typeface="Bell MT" panose="02020503060305020303" pitchFamily="18" charset="0"/>
              </a:rPr>
              <a:t>Single , Smart platform </a:t>
            </a:r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Bell MT" panose="02020503060305020303" pitchFamily="18" charset="0"/>
              </a:rPr>
              <a:t>to safeguard data &amp; privacy.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43B999-9D63-9F4F-812E-7D0FF4A0B3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520" y="4191000"/>
            <a:ext cx="3550920" cy="236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520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5000" b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08139-8709-A4AE-BF13-6F9577C3E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352901"/>
            <a:ext cx="10825480" cy="1325563"/>
          </a:xfrm>
        </p:spPr>
        <p:txBody>
          <a:bodyPr/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Solution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6F7DC-F3D1-9725-C321-8A71D096E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320"/>
            <a:ext cx="10515600" cy="4632643"/>
          </a:xfrm>
        </p:spPr>
        <p:txBody>
          <a:bodyPr/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All-in-one AI-powered security app that monitors, predicts, and automatically resolves cyber threats.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8A74917-9B72-F912-34BF-374471D617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0448397"/>
              </p:ext>
            </p:extLst>
          </p:nvPr>
        </p:nvGraphicFramePr>
        <p:xfrm>
          <a:off x="1849120" y="2570480"/>
          <a:ext cx="8168640" cy="4135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48665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5000" b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93FCB-2C43-DA75-DD98-9601F7BC4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Comic Sans MS" panose="030F0702030302020204" pitchFamily="66" charset="0"/>
              </a:rPr>
              <a:t>Methodology</a:t>
            </a:r>
            <a:endParaRPr lang="en-IN" dirty="0">
              <a:solidFill>
                <a:schemeClr val="bg1">
                  <a:lumMod val="95000"/>
                </a:schemeClr>
              </a:solidFill>
              <a:latin typeface="Comic Sans MS" panose="030F0702030302020204" pitchFamily="66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28B0D57-D587-EA88-B0D5-C800EC738D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8849995"/>
              </p:ext>
            </p:extLst>
          </p:nvPr>
        </p:nvGraphicFramePr>
        <p:xfrm>
          <a:off x="4145280" y="1950720"/>
          <a:ext cx="7208520" cy="42262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131CBD5-1278-BB5F-9F77-0491AD1A2E05}"/>
              </a:ext>
            </a:extLst>
          </p:cNvPr>
          <p:cNvSpPr txBox="1"/>
          <p:nvPr/>
        </p:nvSpPr>
        <p:spPr>
          <a:xfrm>
            <a:off x="650240" y="2296160"/>
            <a:ext cx="41249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>
                    <a:lumMod val="95000"/>
                  </a:schemeClr>
                </a:solidFill>
              </a:rPr>
              <a:t>Data collection from user inputs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>
                    <a:lumMod val="95000"/>
                  </a:schemeClr>
                </a:solidFill>
              </a:rPr>
              <a:t>AI-based threat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>
                    <a:lumMod val="95000"/>
                  </a:schemeClr>
                </a:solidFill>
              </a:rPr>
              <a:t>Risk 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>
                    <a:lumMod val="95000"/>
                  </a:schemeClr>
                </a:solidFill>
              </a:rPr>
              <a:t>Alert and resolution mechanism</a:t>
            </a:r>
          </a:p>
        </p:txBody>
      </p:sp>
    </p:spTree>
    <p:extLst>
      <p:ext uri="{BB962C8B-B14F-4D97-AF65-F5344CB8AC3E}">
        <p14:creationId xmlns:p14="http://schemas.microsoft.com/office/powerpoint/2010/main" val="874699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5000" b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E32D4-0AB7-227F-2667-D7CB29C54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90688"/>
          </a:xfrm>
        </p:spPr>
        <p:txBody>
          <a:bodyPr/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Comic Sans MS" panose="030F0702030302020204" pitchFamily="66" charset="0"/>
              </a:rPr>
              <a:t>Flowchart</a:t>
            </a:r>
            <a:endParaRPr lang="en-IN" dirty="0">
              <a:solidFill>
                <a:schemeClr val="bg1">
                  <a:lumMod val="95000"/>
                </a:schemeClr>
              </a:solidFill>
              <a:latin typeface="Comic Sans MS" panose="030F0702030302020204" pitchFamily="66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3CE3455-F555-CAEE-50B9-BAC13B948F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8815404"/>
              </p:ext>
            </p:extLst>
          </p:nvPr>
        </p:nvGraphicFramePr>
        <p:xfrm>
          <a:off x="0" y="1168400"/>
          <a:ext cx="11353800" cy="5008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1253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5000" b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F08B0-CBC5-56AA-EE2C-4B88496E6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Comic Sans MS" panose="030F0702030302020204" pitchFamily="66" charset="0"/>
              </a:rPr>
              <a:t>Technology Stack</a:t>
            </a:r>
            <a:endParaRPr lang="en-IN" dirty="0">
              <a:solidFill>
                <a:schemeClr val="bg1">
                  <a:lumMod val="9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35B70-5D8A-91FF-7469-D2C8260DA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Bell MT" panose="02020503060305020303" pitchFamily="18" charset="0"/>
              </a:rPr>
              <a:t>Backend: Python, </a:t>
            </a:r>
            <a:r>
              <a:rPr lang="en-GB" dirty="0" err="1">
                <a:solidFill>
                  <a:schemeClr val="bg1">
                    <a:lumMod val="95000"/>
                  </a:schemeClr>
                </a:solidFill>
                <a:latin typeface="Bell MT" panose="02020503060305020303" pitchFamily="18" charset="0"/>
              </a:rPr>
              <a:t>Tensorflow</a:t>
            </a:r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Bell MT" panose="02020503060305020303" pitchFamily="18" charset="0"/>
              </a:rPr>
              <a:t> , Scikit- learn (ML)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Bell MT" panose="02020503060305020303" pitchFamily="18" charset="0"/>
              </a:rPr>
              <a:t>Frontend: Flutter (cross- platform mobile)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Bell MT" panose="02020503060305020303" pitchFamily="18" charset="0"/>
              </a:rPr>
              <a:t>Security Tools: </a:t>
            </a: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AI/ML Models for threat detection (NLP, anomaly detection),</a:t>
            </a:r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Bell MT" panose="02020503060305020303" pitchFamily="18" charset="0"/>
              </a:rPr>
              <a:t> antivirus APIs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Bell MT" panose="02020503060305020303" pitchFamily="18" charset="0"/>
              </a:rPr>
              <a:t>Reason: Robust ML ecosystems + Flutter gives single code base for Android/iOS.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C62554-B451-6E80-2F03-8A1D4AD502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762955" y="418656"/>
            <a:ext cx="2192527" cy="14069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2C4DF9-825D-EAE5-7973-B0118B6459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9925570" y="4936490"/>
            <a:ext cx="1582872" cy="169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936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5000" b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5F8F3-C296-00A9-4ABB-E03051026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Comic Sans MS" panose="030F0702030302020204" pitchFamily="66" charset="0"/>
              </a:rPr>
              <a:t>Target Industry &amp; Feasibility</a:t>
            </a:r>
            <a:endParaRPr lang="en-IN" dirty="0">
              <a:solidFill>
                <a:schemeClr val="bg1">
                  <a:lumMod val="9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97096-DAE6-76E7-4CEE-0FD8C072C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Bell MT" panose="02020503060305020303" pitchFamily="18" charset="0"/>
              </a:rPr>
              <a:t>Target Users:</a:t>
            </a:r>
          </a:p>
          <a:p>
            <a:pPr marL="0" indent="0">
              <a:buNone/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Bell MT" panose="02020503060305020303" pitchFamily="18" charset="0"/>
              </a:rPr>
              <a:t>    Individuals( students, professionals)</a:t>
            </a:r>
          </a:p>
          <a:p>
            <a:pPr marL="0" indent="0">
              <a:buNone/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Bell MT" panose="02020503060305020303" pitchFamily="18" charset="0"/>
              </a:rPr>
              <a:t>     Small business &amp; Startups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Bell MT" panose="02020503060305020303" pitchFamily="18" charset="0"/>
              </a:rPr>
              <a:t>Feasibility:</a:t>
            </a:r>
          </a:p>
          <a:p>
            <a:pPr marL="0" indent="0">
              <a:buNone/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Bell MT" panose="02020503060305020303" pitchFamily="18" charset="0"/>
              </a:rPr>
              <a:t>    Light  weight app with minimal resource </a:t>
            </a:r>
          </a:p>
          <a:p>
            <a:pPr marL="0" indent="0">
              <a:buNone/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Bell MT" panose="02020503060305020303" pitchFamily="18" charset="0"/>
              </a:rPr>
              <a:t>    Subscription model for premium support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Bell MT" panose="02020503060305020303" pitchFamily="18" charset="0"/>
              </a:rPr>
              <a:t>Value add: 24×7 smart protection without expertise</a:t>
            </a:r>
            <a:endParaRPr lang="en-IN" dirty="0">
              <a:solidFill>
                <a:schemeClr val="bg1">
                  <a:lumMod val="95000"/>
                </a:schemeClr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5017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5000" b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B31E2-9A6E-C36F-F134-E4E5C2207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Comic Sans MS" panose="030F0702030302020204" pitchFamily="66" charset="0"/>
              </a:rPr>
              <a:t>Unique Selling Preposition (USP)</a:t>
            </a:r>
            <a:endParaRPr lang="en-IN" dirty="0">
              <a:solidFill>
                <a:schemeClr val="bg1">
                  <a:lumMod val="95000"/>
                </a:schemeClr>
              </a:solidFill>
              <a:latin typeface="Comic Sans MS" panose="030F0702030302020204" pitchFamily="66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1760B2C-4111-B3B1-3C90-7F743D3F26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0654574"/>
              </p:ext>
            </p:extLst>
          </p:nvPr>
        </p:nvGraphicFramePr>
        <p:xfrm>
          <a:off x="4003040" y="1940560"/>
          <a:ext cx="7853679" cy="4279217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617893">
                  <a:extLst>
                    <a:ext uri="{9D8B030D-6E8A-4147-A177-3AD203B41FA5}">
                      <a16:colId xmlns:a16="http://schemas.microsoft.com/office/drawing/2014/main" val="2237813867"/>
                    </a:ext>
                  </a:extLst>
                </a:gridCol>
                <a:gridCol w="2617893">
                  <a:extLst>
                    <a:ext uri="{9D8B030D-6E8A-4147-A177-3AD203B41FA5}">
                      <a16:colId xmlns:a16="http://schemas.microsoft.com/office/drawing/2014/main" val="110098612"/>
                    </a:ext>
                  </a:extLst>
                </a:gridCol>
                <a:gridCol w="2617893">
                  <a:extLst>
                    <a:ext uri="{9D8B030D-6E8A-4147-A177-3AD203B41FA5}">
                      <a16:colId xmlns:a16="http://schemas.microsoft.com/office/drawing/2014/main" val="1386026149"/>
                    </a:ext>
                  </a:extLst>
                </a:gridCol>
              </a:tblGrid>
              <a:tr h="350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Aspect</a:t>
                      </a:r>
                      <a:endParaRPr lang="en-IN" sz="1700"/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Existing Solutions</a:t>
                      </a:r>
                      <a:endParaRPr lang="en-IN" sz="1700"/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Our AI Cybersecurity App</a:t>
                      </a:r>
                      <a:endParaRPr lang="en-IN" sz="1700"/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3806711634"/>
                  </a:ext>
                </a:extLst>
              </a:tr>
              <a:tr h="872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Coverage</a:t>
                      </a:r>
                      <a:endParaRPr lang="en-IN" sz="1700"/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/>
                        <a:t>Separate tools for antivirus, password manager, VPN, breach alerts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/>
                        <a:t>All-in-one platform handling every major security need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3388232311"/>
                  </a:ext>
                </a:extLst>
              </a:tr>
              <a:tr h="611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Ease of Use</a:t>
                      </a:r>
                      <a:endParaRPr lang="en-IN" sz="1700"/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Multiple installations &amp; subscriptions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One installation, simple dashboard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1017306924"/>
                  </a:ext>
                </a:extLst>
              </a:tr>
              <a:tr h="611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Intelligence</a:t>
                      </a:r>
                      <a:endParaRPr lang="en-IN" sz="1700"/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Mostly signature-based detection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/>
                        <a:t>AI/ML for real-time prediction &amp; learning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2188567642"/>
                  </a:ext>
                </a:extLst>
              </a:tr>
              <a:tr h="611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Updates</a:t>
                      </a:r>
                      <a:endParaRPr lang="en-IN" sz="1700"/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Manual or periodic updates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Continuous self-learning &amp; auto-updates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3812032501"/>
                  </a:ext>
                </a:extLst>
              </a:tr>
              <a:tr h="611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Cost</a:t>
                      </a:r>
                      <a:endParaRPr lang="en-IN" sz="1700"/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Pay for several products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Single subscription, more affordable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2243953486"/>
                  </a:ext>
                </a:extLst>
              </a:tr>
              <a:tr h="611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User Type</a:t>
                      </a:r>
                      <a:endParaRPr lang="en-IN" sz="1700"/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Requires some technical skill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Beginner-friendly; guides users automatically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1589820510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0C523B6-FE9B-A77F-A527-FA5615C3C7BA}"/>
              </a:ext>
            </a:extLst>
          </p:cNvPr>
          <p:cNvSpPr/>
          <p:nvPr/>
        </p:nvSpPr>
        <p:spPr>
          <a:xfrm>
            <a:off x="335281" y="2296160"/>
            <a:ext cx="3383279" cy="245872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95A7D7-D08F-F8DF-FDDE-D848177A4ED6}"/>
              </a:ext>
            </a:extLst>
          </p:cNvPr>
          <p:cNvSpPr txBox="1"/>
          <p:nvPr/>
        </p:nvSpPr>
        <p:spPr>
          <a:xfrm>
            <a:off x="457201" y="2430244"/>
            <a:ext cx="33832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All-in-one cyber security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AI-based prediction and auto-response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Easy to use for non-technical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Cost-effective compared to multiple apps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2112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5000" b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7D65A-D5EE-18D7-3CAF-38981B076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4805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Comic Sans MS" panose="030F0702030302020204" pitchFamily="66" charset="0"/>
              </a:rPr>
              <a:t>Impact &amp; Benefit</a:t>
            </a:r>
            <a:endParaRPr lang="en-IN" dirty="0">
              <a:solidFill>
                <a:schemeClr val="bg1">
                  <a:lumMod val="95000"/>
                </a:schemeClr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1A785E-3165-718F-101D-57715A8092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356" y="2033567"/>
            <a:ext cx="4571524" cy="304768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186C24-DCD5-0E28-9F30-E09404632A6A}"/>
              </a:ext>
            </a:extLst>
          </p:cNvPr>
          <p:cNvSpPr txBox="1"/>
          <p:nvPr/>
        </p:nvSpPr>
        <p:spPr>
          <a:xfrm>
            <a:off x="731520" y="1960880"/>
            <a:ext cx="529336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>
                    <a:lumMod val="95000"/>
                  </a:schemeClr>
                </a:solidFill>
              </a:rPr>
              <a:t>Reduces cyber fraud and identity thief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>
                    <a:lumMod val="95000"/>
                  </a:schemeClr>
                </a:solidFill>
              </a:rPr>
              <a:t>Improves cyber awareness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>
                    <a:lumMod val="95000"/>
                  </a:schemeClr>
                </a:solidFill>
              </a:rPr>
              <a:t>Saves time and money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>
                    <a:lumMod val="95000"/>
                  </a:schemeClr>
                </a:solidFill>
              </a:rPr>
              <a:t>Enhances digital safety for </a:t>
            </a:r>
            <a:r>
              <a:rPr lang="en-GB" sz="2800" dirty="0" err="1">
                <a:solidFill>
                  <a:schemeClr val="bg1">
                    <a:lumMod val="95000"/>
                  </a:schemeClr>
                </a:solidFill>
              </a:rPr>
              <a:t>userst</a:t>
            </a:r>
            <a:endParaRPr lang="en-IN" sz="28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5666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5000" b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0D678-6547-0291-CF4E-65926E297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Comic Sans MS" panose="030F0702030302020204" pitchFamily="66" charset="0"/>
              </a:rPr>
              <a:t>Research &amp; References</a:t>
            </a:r>
            <a:endParaRPr lang="en-IN" dirty="0">
              <a:solidFill>
                <a:schemeClr val="bg1">
                  <a:lumMod val="9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3A851-E28C-7F2D-62F3-2E9C50C49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Bell MT" panose="02020503060305020303" pitchFamily="18" charset="0"/>
              </a:rPr>
              <a:t>OSWAP &amp;NIST Cybersecurity guidelines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Bell MT" panose="02020503060305020303" pitchFamily="18" charset="0"/>
              </a:rPr>
              <a:t>IBM Security Reports (2023-2024)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Bell MT" panose="02020503060305020303" pitchFamily="18" charset="0"/>
              </a:rPr>
              <a:t>“AI for Cyber Security” – IEEE papers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Bell MT" panose="02020503060305020303" pitchFamily="18" charset="0"/>
              </a:rPr>
              <a:t>cybersecurityventures.com</a:t>
            </a:r>
            <a:endParaRPr lang="en-IN" dirty="0">
              <a:solidFill>
                <a:schemeClr val="bg1">
                  <a:lumMod val="95000"/>
                </a:schemeClr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620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434</Words>
  <Application>Microsoft Office PowerPoint</Application>
  <PresentationFormat>Widescreen</PresentationFormat>
  <Paragraphs>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Bell MT</vt:lpstr>
      <vt:lpstr>Calibri</vt:lpstr>
      <vt:lpstr>Calibri Light</vt:lpstr>
      <vt:lpstr>Comic Sans MS</vt:lpstr>
      <vt:lpstr>Lucida Sans Unicode</vt:lpstr>
      <vt:lpstr>Office Theme</vt:lpstr>
      <vt:lpstr>SENTINEL AI</vt:lpstr>
      <vt:lpstr>TEAM DETAILS</vt:lpstr>
      <vt:lpstr>Problem Statement</vt:lpstr>
      <vt:lpstr>Solution</vt:lpstr>
      <vt:lpstr>Methodology</vt:lpstr>
      <vt:lpstr>Flowchart</vt:lpstr>
      <vt:lpstr>Technology Stack</vt:lpstr>
      <vt:lpstr>Target Industry &amp; Feasibility</vt:lpstr>
      <vt:lpstr>Unique Selling Preposition (USP)</vt:lpstr>
      <vt:lpstr>Impact &amp; Benefit</vt:lpstr>
      <vt:lpstr>Research &amp;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suma vinod</dc:creator>
  <cp:lastModifiedBy>suma vinod</cp:lastModifiedBy>
  <cp:revision>12</cp:revision>
  <dcterms:created xsi:type="dcterms:W3CDTF">2025-09-19T15:39:55Z</dcterms:created>
  <dcterms:modified xsi:type="dcterms:W3CDTF">2025-12-15T14:18:50Z</dcterms:modified>
</cp:coreProperties>
</file>